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905" r:id="rId2"/>
    <p:sldId id="840" r:id="rId3"/>
    <p:sldId id="906" r:id="rId4"/>
    <p:sldId id="818" r:id="rId5"/>
    <p:sldId id="843" r:id="rId6"/>
    <p:sldId id="911" r:id="rId7"/>
    <p:sldId id="912" r:id="rId8"/>
    <p:sldId id="913" r:id="rId9"/>
    <p:sldId id="914" r:id="rId10"/>
    <p:sldId id="915" r:id="rId11"/>
    <p:sldId id="916" r:id="rId12"/>
    <p:sldId id="917" r:id="rId13"/>
    <p:sldId id="918" r:id="rId14"/>
    <p:sldId id="919" r:id="rId15"/>
    <p:sldId id="920" r:id="rId16"/>
    <p:sldId id="921" r:id="rId17"/>
    <p:sldId id="922" r:id="rId18"/>
    <p:sldId id="923" r:id="rId19"/>
    <p:sldId id="924" r:id="rId20"/>
    <p:sldId id="925" r:id="rId21"/>
    <p:sldId id="926" r:id="rId22"/>
    <p:sldId id="927" r:id="rId23"/>
    <p:sldId id="928" r:id="rId24"/>
    <p:sldId id="929" r:id="rId25"/>
    <p:sldId id="930" r:id="rId26"/>
    <p:sldId id="809" r:id="rId27"/>
    <p:sldId id="810" r:id="rId28"/>
    <p:sldId id="811" r:id="rId29"/>
    <p:sldId id="812" r:id="rId30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3979" autoAdjust="0"/>
  </p:normalViewPr>
  <p:slideViewPr>
    <p:cSldViewPr snapToGrid="0">
      <p:cViewPr varScale="1">
        <p:scale>
          <a:sx n="104" d="100"/>
          <a:sy n="104" d="100"/>
        </p:scale>
        <p:origin x="80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6/25/2020</a:t>
            </a:r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476D7-E038-4CD8-968B-8842835C6F2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6/25/2020</a:t>
            </a:r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45980-340E-4653-B047-F94B0B73EF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945980-340E-4653-B047-F94B0B73EF5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945980-340E-4653-B047-F94B0B73EF5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945980-340E-4653-B047-F94B0B73EF5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945980-340E-4653-B047-F94B0B73EF5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ình chữ nhật 16"/>
          <p:cNvSpPr/>
          <p:nvPr userDrawn="1"/>
        </p:nvSpPr>
        <p:spPr>
          <a:xfrm>
            <a:off x="0" y="6356350"/>
            <a:ext cx="12192000" cy="36512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2400300" y="340521"/>
            <a:ext cx="9525000" cy="8302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838200" y="1397004"/>
            <a:ext cx="10515600" cy="4779959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6/25/2020</a:t>
            </a:r>
            <a:endParaRPr lang="en-US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2" y="59120"/>
            <a:ext cx="2151412" cy="118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Đường nối Thẳng 10"/>
          <p:cNvCxnSpPr/>
          <p:nvPr userDrawn="1"/>
        </p:nvCxnSpPr>
        <p:spPr>
          <a:xfrm>
            <a:off x="2400300" y="1195388"/>
            <a:ext cx="8953500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6/25/2020</a:t>
            </a:r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6/25/2020</a:t>
            </a:r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Thái độ sống 1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D4818-6796-4B66-8B01-9A038EBF407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163575" y="5612130"/>
            <a:ext cx="2348720" cy="30008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defTabSz="685800">
              <a:defRPr/>
            </a:pPr>
            <a:r>
              <a:rPr lang="en-US" sz="1350" b="1" kern="0" dirty="0">
                <a:solidFill>
                  <a:prstClr val="whit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Module: THÁI ĐỘ SỐNG 01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623F260-3CDE-476C-B319-7F4FB79A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 err="1"/>
              <a:t>Thái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sống</a:t>
            </a:r>
            <a:r>
              <a:rPr lang="en-US" sz="1200" dirty="0"/>
              <a:t> 1</a:t>
            </a:r>
          </a:p>
        </p:txBody>
      </p:sp>
      <p:sp>
        <p:nvSpPr>
          <p:cNvPr id="10" name="Tiêu đề 1">
            <a:extLst>
              <a:ext uri="{FF2B5EF4-FFF2-40B4-BE49-F238E27FC236}">
                <a16:creationId xmlns:a16="http://schemas.microsoft.com/office/drawing/2014/main" id="{CDB5216E-3221-4764-BB4A-ECDB21864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925" y="211137"/>
            <a:ext cx="10515600" cy="87471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ĐẠI HỌC TÔN ĐỨC THẮNG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PHÒNG CÔNG TÁC HỌC SINH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VIÊN</a:t>
            </a:r>
          </a:p>
        </p:txBody>
      </p:sp>
      <p:sp>
        <p:nvSpPr>
          <p:cNvPr id="11" name="Chỗ dành sẵn cho Nội dung 2">
            <a:extLst>
              <a:ext uri="{FF2B5EF4-FFF2-40B4-BE49-F238E27FC236}">
                <a16:creationId xmlns:a16="http://schemas.microsoft.com/office/drawing/2014/main" id="{70FA6E97-BEA7-464F-8B28-D3145E034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80" y="1474149"/>
            <a:ext cx="11321845" cy="22129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KẾT QUẢ THỰC HÀNH</a:t>
            </a:r>
          </a:p>
          <a:p>
            <a:pPr marL="0" indent="0" algn="ctr">
              <a:buNone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marL="0" indent="0" algn="ctr">
              <a:buNone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L00019</a:t>
            </a:r>
          </a:p>
          <a:p>
            <a:pPr marL="0" indent="0" algn="ctr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hỗ dành sẵn cho Nội dung 2">
            <a:extLst>
              <a:ext uri="{FF2B5EF4-FFF2-40B4-BE49-F238E27FC236}">
                <a16:creationId xmlns:a16="http://schemas.microsoft.com/office/drawing/2014/main" id="{59CEF62D-5A09-435C-818C-ECB37E51ED04}"/>
              </a:ext>
            </a:extLst>
          </p:cNvPr>
          <p:cNvSpPr txBox="1">
            <a:spLocks/>
          </p:cNvSpPr>
          <p:nvPr/>
        </p:nvSpPr>
        <p:spPr>
          <a:xfrm>
            <a:off x="317090" y="3755103"/>
            <a:ext cx="11321845" cy="22129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MSSV: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61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2494227" y="508262"/>
            <a:ext cx="7886700" cy="656035"/>
          </a:xfrm>
        </p:spPr>
        <p:txBody>
          <a:bodyPr>
            <a:normAutofit/>
          </a:bodyPr>
          <a:lstStyle/>
          <a:p>
            <a:pPr algn="ctr"/>
            <a:r>
              <a:rPr lang="en-US" sz="3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Yêu</a:t>
            </a:r>
            <a:r>
              <a:rPr lang="en-US" sz="3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cầu</a:t>
            </a:r>
            <a:r>
              <a:rPr lang="en-US" sz="3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về</a:t>
            </a:r>
            <a:r>
              <a:rPr lang="en-US" sz="3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nội</a:t>
            </a:r>
            <a:r>
              <a:rPr lang="en-US" sz="3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dung </a:t>
            </a:r>
            <a:r>
              <a:rPr lang="en-US" sz="36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báo</a:t>
            </a:r>
            <a:r>
              <a:rPr lang="en-US" sz="3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cáo</a:t>
            </a:r>
            <a:endParaRPr lang="en-US" sz="3600" b="1" kern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29547" y="1545440"/>
            <a:ext cx="11132905" cy="362255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500" dirty="0">
                <a:latin typeface="Times New Roman (Headings)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dirty="0">
              <a:latin typeface="Times New Roman (Headings)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500" dirty="0">
                <a:latin typeface="Times New Roman (Headings)"/>
              </a:rPr>
              <a:t>2. </a:t>
            </a:r>
            <a:r>
              <a:rPr lang="vi-VN" sz="2500" dirty="0">
                <a:latin typeface="Times New Roman (Headings)"/>
              </a:rPr>
              <a:t>Đánh giá </a:t>
            </a:r>
            <a:r>
              <a:rPr lang="en-US" sz="2500" dirty="0" err="1">
                <a:latin typeface="Times New Roman (Headings)"/>
              </a:rPr>
              <a:t>chung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về</a:t>
            </a:r>
            <a:r>
              <a:rPr lang="en-US" sz="2500" dirty="0">
                <a:latin typeface="Times New Roman (Headings)"/>
              </a:rPr>
              <a:t> </a:t>
            </a:r>
            <a:r>
              <a:rPr lang="vi-VN" sz="2500" dirty="0">
                <a:latin typeface="Times New Roman (Headings)"/>
              </a:rPr>
              <a:t>quá trình thực hiện hành vi.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500" dirty="0">
                <a:latin typeface="Times New Roman (Headings)"/>
                <a:cs typeface="Times New Roman" panose="02020603050405020304" pitchFamily="18" charset="0"/>
              </a:rPr>
              <a:t>3. </a:t>
            </a:r>
            <a:r>
              <a:rPr lang="en-US" sz="2500" dirty="0" err="1">
                <a:latin typeface="Times New Roman (Headings)"/>
                <a:cs typeface="Times New Roman" panose="02020603050405020304" pitchFamily="18" charset="0"/>
              </a:rPr>
              <a:t>Thời</a:t>
            </a:r>
            <a:r>
              <a:rPr lang="en-US" sz="2500" dirty="0"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 (Headings)"/>
                <a:cs typeface="Times New Roman" panose="02020603050405020304" pitchFamily="18" charset="0"/>
              </a:rPr>
              <a:t>gian</a:t>
            </a:r>
            <a:r>
              <a:rPr lang="en-US" sz="2500" dirty="0">
                <a:latin typeface="Times New Roman (Headings)"/>
                <a:cs typeface="Times New Roman" panose="02020603050405020304" pitchFamily="18" charset="0"/>
              </a:rPr>
              <a:t>: 4 </a:t>
            </a:r>
            <a:r>
              <a:rPr lang="en-US" sz="2500" dirty="0" err="1">
                <a:latin typeface="Times New Roman (Headings)"/>
                <a:cs typeface="Times New Roman" panose="02020603050405020304" pitchFamily="18" charset="0"/>
              </a:rPr>
              <a:t>tuần</a:t>
            </a:r>
            <a:endParaRPr lang="vi-VN" sz="2500" dirty="0">
              <a:latin typeface="Times New Roman (Headings)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63575" y="5612130"/>
            <a:ext cx="2348720" cy="30008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defTabSz="685800">
              <a:defRPr/>
            </a:pPr>
            <a:r>
              <a:rPr lang="en-US" sz="1350" b="1" kern="0" dirty="0">
                <a:solidFill>
                  <a:prstClr val="whit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Module: THÁI ĐỘ SỐNG 01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623F260-3CDE-476C-B319-7F4FB79A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 err="1"/>
              <a:t>Thái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sống</a:t>
            </a:r>
            <a:r>
              <a:rPr lang="en-US" sz="1200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19955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36449-A9F9-4A13-BB5C-455FAE7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4E9AFB-F8FE-43C7-BADA-50EF63917FEF}"/>
              </a:ext>
            </a:extLst>
          </p:cNvPr>
          <p:cNvSpPr txBox="1">
            <a:spLocks/>
          </p:cNvSpPr>
          <p:nvPr/>
        </p:nvSpPr>
        <p:spPr>
          <a:xfrm>
            <a:off x="2251224" y="378954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E772CB-6164-448F-8FBA-6A70B2C70EC2}"/>
              </a:ext>
            </a:extLst>
          </p:cNvPr>
          <p:cNvSpPr txBox="1">
            <a:spLocks/>
          </p:cNvSpPr>
          <p:nvPr/>
        </p:nvSpPr>
        <p:spPr>
          <a:xfrm>
            <a:off x="797799" y="1478996"/>
            <a:ext cx="11009621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L00019_MSSV_HovaTen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(VD: L00019_32003214_NguyenVanA).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01 file/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.pdf, .doc, .pptx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0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239340" y="1908490"/>
            <a:ext cx="11604902" cy="332460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2" y="59120"/>
            <a:ext cx="2151412" cy="118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73DB7E4-538D-471C-A3E2-684A7133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417535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43003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84387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78284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83597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896409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917239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73147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26164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711025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266674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369238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13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92214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78862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251424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22799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17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4108001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395682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62829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860905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502" y="358932"/>
            <a:ext cx="9525000" cy="8302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85" y="1397004"/>
            <a:ext cx="11353289" cy="47799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21 (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vi…)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42514-AE0F-454B-AAF4-47B0387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563908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  <a:endParaRPr lang="en-US" dirty="0"/>
          </a:p>
        </p:txBody>
      </p:sp>
      <p:sp>
        <p:nvSpPr>
          <p:cNvPr id="8" name="Tiêu đề 1"/>
          <p:cNvSpPr>
            <a:spLocks noGrp="1"/>
          </p:cNvSpPr>
          <p:nvPr>
            <p:ph type="title"/>
          </p:nvPr>
        </p:nvSpPr>
        <p:spPr>
          <a:xfrm>
            <a:off x="1534979" y="333147"/>
            <a:ext cx="8965790" cy="8302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332" y="1454863"/>
            <a:ext cx="7911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Chia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  <a:endParaRPr lang="en-US" dirty="0"/>
          </a:p>
        </p:txBody>
      </p:sp>
      <p:sp>
        <p:nvSpPr>
          <p:cNvPr id="8" name="Tiêu đề 1"/>
          <p:cNvSpPr>
            <a:spLocks noGrp="1"/>
          </p:cNvSpPr>
          <p:nvPr>
            <p:ph type="title"/>
          </p:nvPr>
        </p:nvSpPr>
        <p:spPr>
          <a:xfrm>
            <a:off x="2388010" y="308600"/>
            <a:ext cx="8965790" cy="8302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332" y="1454863"/>
            <a:ext cx="51812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  <a:endParaRPr lang="en-US" dirty="0"/>
          </a:p>
        </p:txBody>
      </p:sp>
      <p:sp>
        <p:nvSpPr>
          <p:cNvPr id="8" name="Tiêu đề 1"/>
          <p:cNvSpPr>
            <a:spLocks noGrp="1"/>
          </p:cNvSpPr>
          <p:nvPr>
            <p:ph type="title"/>
          </p:nvPr>
        </p:nvSpPr>
        <p:spPr>
          <a:xfrm>
            <a:off x="2388010" y="308600"/>
            <a:ext cx="8965790" cy="8302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332" y="1454863"/>
            <a:ext cx="5224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Thái độ sống 1</a:t>
            </a:r>
            <a:endParaRPr lang="en-US" dirty="0"/>
          </a:p>
        </p:txBody>
      </p:sp>
      <p:sp>
        <p:nvSpPr>
          <p:cNvPr id="8" name="Tiêu đề 1"/>
          <p:cNvSpPr>
            <a:spLocks noGrp="1"/>
          </p:cNvSpPr>
          <p:nvPr>
            <p:ph type="title"/>
          </p:nvPr>
        </p:nvSpPr>
        <p:spPr>
          <a:xfrm>
            <a:off x="2167081" y="357695"/>
            <a:ext cx="8965790" cy="8302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3BB9B-C3C9-44A5-9319-7F5B769BDBB9}"/>
              </a:ext>
            </a:extLst>
          </p:cNvPr>
          <p:cNvSpPr/>
          <p:nvPr/>
        </p:nvSpPr>
        <p:spPr>
          <a:xfrm>
            <a:off x="405036" y="1454863"/>
            <a:ext cx="11457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Custom 4">
      <a:dk1>
        <a:sysClr val="windowText" lastClr="000000"/>
      </a:dk1>
      <a:lt1>
        <a:sysClr val="window" lastClr="FFFFFF"/>
      </a:lt1>
      <a:dk2>
        <a:srgbClr val="00206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1761</Words>
  <Application>Microsoft Office PowerPoint</Application>
  <PresentationFormat>Widescreen</PresentationFormat>
  <Paragraphs>175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Arial</vt:lpstr>
      <vt:lpstr>Times New Roman</vt:lpstr>
      <vt:lpstr>Times New Roman (Headings)</vt:lpstr>
      <vt:lpstr>Calibri Light</vt:lpstr>
      <vt:lpstr>Chủ đề Office</vt:lpstr>
      <vt:lpstr>TRƯỜNG ĐẠI HỌC TÔN ĐỨC THẮNG PHÒNG CÔNG TÁC HỌC SINH SINH VIÊN</vt:lpstr>
      <vt:lpstr> Yêu cầu về nội dung báo cáo</vt:lpstr>
      <vt:lpstr>PowerPoint Presentation</vt:lpstr>
      <vt:lpstr>PowerPoint Presentation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KẾT QUẢ THỰC HIỆN</vt:lpstr>
      <vt:lpstr>Đánh giá kết quả thực hành chung </vt:lpstr>
      <vt:lpstr>3. Đánh giá kết quả thực hành chung </vt:lpstr>
      <vt:lpstr>3. Đánh giá kết quả thực hành chung </vt:lpstr>
      <vt:lpstr>Đánh giá kết quả thực hành chung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TÔN ĐỨC THẮNG PHÒNG CÔNG TÁC HỌC SINH SINH VIÊN</dc:title>
  <dc:creator>Nguyễn Văn Hiến</dc:creator>
  <cp:lastModifiedBy>Admin</cp:lastModifiedBy>
  <cp:revision>66</cp:revision>
  <dcterms:created xsi:type="dcterms:W3CDTF">2020-06-29T08:27:00Z</dcterms:created>
  <dcterms:modified xsi:type="dcterms:W3CDTF">2023-08-24T06:52:33Z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1033-11.2.0.9889</vt:lpwstr>
  </property>
</Properties>
</file>