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31"/>
  </p:notesMasterIdLst>
  <p:handoutMasterIdLst>
    <p:handoutMasterId r:id="rId32"/>
  </p:handoutMasterIdLst>
  <p:sldIdLst>
    <p:sldId id="905" r:id="rId3"/>
    <p:sldId id="840" r:id="rId4"/>
    <p:sldId id="884" r:id="rId5"/>
    <p:sldId id="863" r:id="rId6"/>
    <p:sldId id="843" r:id="rId7"/>
    <p:sldId id="885" r:id="rId8"/>
    <p:sldId id="886" r:id="rId9"/>
    <p:sldId id="887" r:id="rId10"/>
    <p:sldId id="888" r:id="rId11"/>
    <p:sldId id="889" r:id="rId12"/>
    <p:sldId id="890" r:id="rId13"/>
    <p:sldId id="891" r:id="rId14"/>
    <p:sldId id="892" r:id="rId15"/>
    <p:sldId id="893" r:id="rId16"/>
    <p:sldId id="894" r:id="rId17"/>
    <p:sldId id="895" r:id="rId18"/>
    <p:sldId id="896" r:id="rId19"/>
    <p:sldId id="897" r:id="rId20"/>
    <p:sldId id="898" r:id="rId21"/>
    <p:sldId id="899" r:id="rId22"/>
    <p:sldId id="900" r:id="rId23"/>
    <p:sldId id="901" r:id="rId24"/>
    <p:sldId id="902" r:id="rId25"/>
    <p:sldId id="903" r:id="rId26"/>
    <p:sldId id="904" r:id="rId27"/>
    <p:sldId id="810" r:id="rId28"/>
    <p:sldId id="811" r:id="rId29"/>
    <p:sldId id="812" r:id="rId30"/>
  </p:sldIdLst>
  <p:sldSz cx="12192000" cy="6858000"/>
  <p:notesSz cx="6858000" cy="9144000"/>
  <p:embeddedFontLst>
    <p:embeddedFont>
      <p:font typeface="Calibri" panose="020F0502020204030204" pitchFamily="34" charset="0"/>
      <p:regular r:id="rId33"/>
      <p:bold r:id="rId34"/>
      <p:italic r:id="rId35"/>
      <p:boldItalic r:id="rId36"/>
    </p:embeddedFont>
    <p:embeddedFont>
      <p:font typeface="Calibri Light" panose="020F0302020204030204" pitchFamily="34" charset="0"/>
      <p:regular r:id="rId37"/>
      <p: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Kiểu Sáng 1 - Màu chủ đề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Kiểu Trung bình 2 - Màu chủ đề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Kiểu Sáng 3 - Màu chủ đề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Kiểu Trung bình 1 - Màu chủ đề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12C8C85-51F0-491E-9774-3900AFEF0FD7}" styleName="Kiểu Sáng 2 - Màu chủ đề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Kiểu Sáng 3 - Màu chủ đề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Kiểu Trung bình 2 - Màu chủ đề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A111915-BE36-4E01-A7E5-04B1672EAD32}" styleName="Kiểu Sáng 2 - Màu chủ đề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3979" autoAdjust="0"/>
  </p:normalViewPr>
  <p:slideViewPr>
    <p:cSldViewPr snapToGrid="0">
      <p:cViewPr varScale="1">
        <p:scale>
          <a:sx n="79" d="100"/>
          <a:sy n="79" d="100"/>
        </p:scale>
        <p:origin x="696" y="8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a:extLst>
              <a:ext uri="{FF2B5EF4-FFF2-40B4-BE49-F238E27FC236}">
                <a16:creationId xmlns:a16="http://schemas.microsoft.com/office/drawing/2014/main" id="{0C2A45B1-1822-48AE-81DD-2DEB78CFCE5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a:extLst>
              <a:ext uri="{FF2B5EF4-FFF2-40B4-BE49-F238E27FC236}">
                <a16:creationId xmlns:a16="http://schemas.microsoft.com/office/drawing/2014/main" id="{FA278E36-9107-4F7A-B8A2-5670D34F5E1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6/25/2020</a:t>
            </a:r>
          </a:p>
        </p:txBody>
      </p:sp>
      <p:sp>
        <p:nvSpPr>
          <p:cNvPr id="4" name="Chỗ dành sẵn cho Chân trang 3">
            <a:extLst>
              <a:ext uri="{FF2B5EF4-FFF2-40B4-BE49-F238E27FC236}">
                <a16:creationId xmlns:a16="http://schemas.microsoft.com/office/drawing/2014/main" id="{47BBADFE-F700-4F5C-8F13-A4F5EC8F84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Chỗ dành sẵn cho Số hiệu Bản chiếu 4">
            <a:extLst>
              <a:ext uri="{FF2B5EF4-FFF2-40B4-BE49-F238E27FC236}">
                <a16:creationId xmlns:a16="http://schemas.microsoft.com/office/drawing/2014/main" id="{4D2C9987-F282-45AD-A8FD-21AC04B4E1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A476D7-E038-4CD8-968B-8842835C6F20}" type="slidenum">
              <a:rPr lang="en-US" smtClean="0"/>
              <a:t>‹#›</a:t>
            </a:fld>
            <a:endParaRPr lang="en-US"/>
          </a:p>
        </p:txBody>
      </p:sp>
    </p:spTree>
    <p:extLst>
      <p:ext uri="{BB962C8B-B14F-4D97-AF65-F5344CB8AC3E}">
        <p14:creationId xmlns:p14="http://schemas.microsoft.com/office/powerpoint/2010/main" val="263878952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US"/>
              <a:t>6/25/2020</a:t>
            </a:r>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945980-340E-4653-B047-F94B0B73EF5B}" type="slidenum">
              <a:rPr lang="en-US" smtClean="0"/>
              <a:t>‹#›</a:t>
            </a:fld>
            <a:endParaRPr lang="en-US"/>
          </a:p>
        </p:txBody>
      </p:sp>
    </p:spTree>
    <p:extLst>
      <p:ext uri="{BB962C8B-B14F-4D97-AF65-F5344CB8AC3E}">
        <p14:creationId xmlns:p14="http://schemas.microsoft.com/office/powerpoint/2010/main" val="1237830183"/>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r>
              <a:rPr lang="en-US"/>
              <a:t>6/25/2020</a:t>
            </a:r>
          </a:p>
        </p:txBody>
      </p:sp>
      <p:sp>
        <p:nvSpPr>
          <p:cNvPr id="5" name="Slide Number Placeholder 4"/>
          <p:cNvSpPr>
            <a:spLocks noGrp="1"/>
          </p:cNvSpPr>
          <p:nvPr>
            <p:ph type="sldNum" sz="quarter" idx="11"/>
          </p:nvPr>
        </p:nvSpPr>
        <p:spPr/>
        <p:txBody>
          <a:bodyPr/>
          <a:lstStyle/>
          <a:p>
            <a:fld id="{26945980-340E-4653-B047-F94B0B73EF5B}" type="slidenum">
              <a:rPr lang="en-US" smtClean="0"/>
              <a:t>26</a:t>
            </a:fld>
            <a:endParaRPr lang="en-US"/>
          </a:p>
        </p:txBody>
      </p:sp>
    </p:spTree>
    <p:extLst>
      <p:ext uri="{BB962C8B-B14F-4D97-AF65-F5344CB8AC3E}">
        <p14:creationId xmlns:p14="http://schemas.microsoft.com/office/powerpoint/2010/main" val="1320421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r>
              <a:rPr lang="en-US"/>
              <a:t>6/25/2020</a:t>
            </a:r>
          </a:p>
        </p:txBody>
      </p:sp>
      <p:sp>
        <p:nvSpPr>
          <p:cNvPr id="5" name="Slide Number Placeholder 4"/>
          <p:cNvSpPr>
            <a:spLocks noGrp="1"/>
          </p:cNvSpPr>
          <p:nvPr>
            <p:ph type="sldNum" sz="quarter" idx="11"/>
          </p:nvPr>
        </p:nvSpPr>
        <p:spPr/>
        <p:txBody>
          <a:bodyPr/>
          <a:lstStyle/>
          <a:p>
            <a:fld id="{26945980-340E-4653-B047-F94B0B73EF5B}" type="slidenum">
              <a:rPr lang="en-US" smtClean="0"/>
              <a:t>27</a:t>
            </a:fld>
            <a:endParaRPr lang="en-US"/>
          </a:p>
        </p:txBody>
      </p:sp>
    </p:spTree>
    <p:extLst>
      <p:ext uri="{BB962C8B-B14F-4D97-AF65-F5344CB8AC3E}">
        <p14:creationId xmlns:p14="http://schemas.microsoft.com/office/powerpoint/2010/main" val="3219968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r>
              <a:rPr lang="en-US"/>
              <a:t>6/25/2020</a:t>
            </a:r>
          </a:p>
        </p:txBody>
      </p:sp>
      <p:sp>
        <p:nvSpPr>
          <p:cNvPr id="5" name="Slide Number Placeholder 4"/>
          <p:cNvSpPr>
            <a:spLocks noGrp="1"/>
          </p:cNvSpPr>
          <p:nvPr>
            <p:ph type="sldNum" sz="quarter" idx="11"/>
          </p:nvPr>
        </p:nvSpPr>
        <p:spPr/>
        <p:txBody>
          <a:bodyPr/>
          <a:lstStyle/>
          <a:p>
            <a:fld id="{26945980-340E-4653-B047-F94B0B73EF5B}" type="slidenum">
              <a:rPr lang="en-US" smtClean="0"/>
              <a:t>28</a:t>
            </a:fld>
            <a:endParaRPr lang="en-US"/>
          </a:p>
        </p:txBody>
      </p:sp>
    </p:spTree>
    <p:extLst>
      <p:ext uri="{BB962C8B-B14F-4D97-AF65-F5344CB8AC3E}">
        <p14:creationId xmlns:p14="http://schemas.microsoft.com/office/powerpoint/2010/main" val="536244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p:cNvSpPr>
            <a:spLocks noGrp="1"/>
          </p:cNvSpPr>
          <p:nvPr>
            <p:ph type="ctrTitle" hasCustomPrompt="1"/>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5" name="Chỗ dành sẵn cho Chân trang 4"/>
          <p:cNvSpPr>
            <a:spLocks noGrp="1"/>
          </p:cNvSpPr>
          <p:nvPr>
            <p:ph type="ftr" sz="quarter" idx="11"/>
          </p:nvPr>
        </p:nvSpPr>
        <p:spPr/>
        <p:txBody>
          <a:bodyPr/>
          <a:lstStyle/>
          <a:p>
            <a:r>
              <a:rPr lang="en-US"/>
              <a:t>Thái độ sống 1</a:t>
            </a:r>
          </a:p>
        </p:txBody>
      </p:sp>
      <p:sp>
        <p:nvSpPr>
          <p:cNvPr id="6" name="Chỗ dành sẵn cho Số hiệu Bản chiếu 5"/>
          <p:cNvSpPr>
            <a:spLocks noGrp="1"/>
          </p:cNvSpPr>
          <p:nvPr>
            <p:ph type="sldNum" sz="quarter" idx="12"/>
          </p:nvPr>
        </p:nvSpPr>
        <p:spPr/>
        <p:txBody>
          <a:bodyPr/>
          <a:lstStyle/>
          <a:p>
            <a:fld id="{834D4818-6796-4B66-8B01-9A038EBF407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êu đề và Nội dung">
    <p:spTree>
      <p:nvGrpSpPr>
        <p:cNvPr id="1" name=""/>
        <p:cNvGrpSpPr/>
        <p:nvPr/>
      </p:nvGrpSpPr>
      <p:grpSpPr>
        <a:xfrm>
          <a:off x="0" y="0"/>
          <a:ext cx="0" cy="0"/>
          <a:chOff x="0" y="0"/>
          <a:chExt cx="0" cy="0"/>
        </a:xfrm>
      </p:grpSpPr>
      <p:sp>
        <p:nvSpPr>
          <p:cNvPr id="17" name="Hình chữ nhật 16">
            <a:extLst>
              <a:ext uri="{FF2B5EF4-FFF2-40B4-BE49-F238E27FC236}">
                <a16:creationId xmlns:a16="http://schemas.microsoft.com/office/drawing/2014/main" id="{F3DB580A-71D3-46E9-B027-E1AC9F49BED2}"/>
              </a:ext>
            </a:extLst>
          </p:cNvPr>
          <p:cNvSpPr/>
          <p:nvPr userDrawn="1"/>
        </p:nvSpPr>
        <p:spPr>
          <a:xfrm>
            <a:off x="0" y="6356350"/>
            <a:ext cx="12192000" cy="365123"/>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êu đề 1"/>
          <p:cNvSpPr>
            <a:spLocks noGrp="1"/>
          </p:cNvSpPr>
          <p:nvPr>
            <p:ph type="title" hasCustomPrompt="1"/>
          </p:nvPr>
        </p:nvSpPr>
        <p:spPr>
          <a:xfrm>
            <a:off x="2400300" y="340521"/>
            <a:ext cx="9525000" cy="830262"/>
          </a:xfrm>
        </p:spPr>
        <p:txBody>
          <a:bodyPr>
            <a:normAutofit/>
          </a:bodyPr>
          <a:lstStyle>
            <a:lvl1pPr>
              <a:defRPr sz="3600"/>
            </a:lvl1pPr>
          </a:lstStyle>
          <a:p>
            <a:r>
              <a:rPr lang="vi-VN" dirty="0"/>
              <a:t>Bấm để sửa kiểu tiêu đề Bản cái</a:t>
            </a:r>
            <a:endParaRPr lang="en-US" dirty="0"/>
          </a:p>
        </p:txBody>
      </p:sp>
      <p:sp>
        <p:nvSpPr>
          <p:cNvPr id="3" name="Chỗ dành sẵn cho Nội dung 2"/>
          <p:cNvSpPr>
            <a:spLocks noGrp="1"/>
          </p:cNvSpPr>
          <p:nvPr>
            <p:ph idx="1"/>
          </p:nvPr>
        </p:nvSpPr>
        <p:spPr>
          <a:xfrm>
            <a:off x="838200" y="1397004"/>
            <a:ext cx="10515600" cy="4779959"/>
          </a:xfrm>
        </p:spPr>
        <p:txBody>
          <a:bodyPr/>
          <a:lstStyle>
            <a:lvl1pPr>
              <a:defRPr sz="3200">
                <a:latin typeface="+mj-lt"/>
              </a:defRPr>
            </a:lvl1pPr>
            <a:lvl2pPr>
              <a:defRPr sz="2800">
                <a:latin typeface="+mj-lt"/>
              </a:defRPr>
            </a:lvl2pPr>
            <a:lvl3pPr>
              <a:defRPr sz="2400">
                <a:latin typeface="+mj-lt"/>
              </a:defRPr>
            </a:lvl3pPr>
          </a:lstStyle>
          <a:p>
            <a:pPr lvl="0"/>
            <a:r>
              <a:rPr lang="vi-VN" dirty="0" err="1"/>
              <a:t>Bấm</a:t>
            </a:r>
            <a:r>
              <a:rPr lang="vi-VN" dirty="0"/>
              <a:t> </a:t>
            </a:r>
            <a:r>
              <a:rPr lang="vi-VN" dirty="0" err="1"/>
              <a:t>để</a:t>
            </a:r>
            <a:r>
              <a:rPr lang="vi-VN" dirty="0"/>
              <a:t> </a:t>
            </a:r>
            <a:r>
              <a:rPr lang="vi-VN" dirty="0" err="1"/>
              <a:t>chỉnh</a:t>
            </a:r>
            <a:r>
              <a:rPr lang="vi-VN" dirty="0"/>
              <a:t> </a:t>
            </a:r>
            <a:r>
              <a:rPr lang="vi-VN" dirty="0" err="1"/>
              <a:t>sửa</a:t>
            </a:r>
            <a:r>
              <a:rPr lang="vi-VN" dirty="0"/>
              <a:t> </a:t>
            </a:r>
            <a:r>
              <a:rPr lang="vi-VN" dirty="0" err="1"/>
              <a:t>kiểu</a:t>
            </a:r>
            <a:r>
              <a:rPr lang="vi-VN" dirty="0"/>
              <a:t> văn </a:t>
            </a:r>
            <a:r>
              <a:rPr lang="vi-VN" dirty="0" err="1"/>
              <a:t>bản</a:t>
            </a:r>
            <a:r>
              <a:rPr lang="vi-VN" dirty="0"/>
              <a:t> </a:t>
            </a:r>
            <a:r>
              <a:rPr lang="vi-VN" dirty="0" err="1"/>
              <a:t>của</a:t>
            </a:r>
            <a:r>
              <a:rPr lang="vi-VN" dirty="0"/>
              <a:t> </a:t>
            </a:r>
            <a:r>
              <a:rPr lang="vi-VN" dirty="0" err="1"/>
              <a:t>Bản</a:t>
            </a:r>
            <a:r>
              <a:rPr lang="vi-VN" dirty="0"/>
              <a:t> </a:t>
            </a:r>
            <a:r>
              <a:rPr lang="vi-VN" dirty="0" err="1"/>
              <a:t>cái</a:t>
            </a:r>
            <a:endParaRPr lang="vi-VN" dirty="0"/>
          </a:p>
          <a:p>
            <a:pPr lvl="1"/>
            <a:r>
              <a:rPr lang="vi-VN" dirty="0" err="1"/>
              <a:t>Mức</a:t>
            </a:r>
            <a:r>
              <a:rPr lang="vi-VN" dirty="0"/>
              <a:t> hai</a:t>
            </a:r>
          </a:p>
          <a:p>
            <a:pPr lvl="2"/>
            <a:r>
              <a:rPr lang="vi-VN" dirty="0" err="1"/>
              <a:t>Mức</a:t>
            </a:r>
            <a:r>
              <a:rPr lang="vi-VN" dirty="0"/>
              <a:t> ba</a:t>
            </a:r>
          </a:p>
        </p:txBody>
      </p:sp>
      <p:sp>
        <p:nvSpPr>
          <p:cNvPr id="5" name="Chỗ dành sẵn cho Chân trang 4"/>
          <p:cNvSpPr>
            <a:spLocks noGrp="1"/>
          </p:cNvSpPr>
          <p:nvPr>
            <p:ph type="ftr" sz="quarter" idx="11"/>
          </p:nvPr>
        </p:nvSpPr>
        <p:spPr>
          <a:xfrm>
            <a:off x="4038600" y="6356350"/>
            <a:ext cx="4114800" cy="365125"/>
          </a:xfrm>
        </p:spPr>
        <p:txBody>
          <a:bodyPr/>
          <a:lstStyle>
            <a:lvl1pPr>
              <a:defRPr>
                <a:solidFill>
                  <a:schemeClr val="bg1"/>
                </a:solidFill>
              </a:defRPr>
            </a:lvl1pPr>
          </a:lstStyle>
          <a:p>
            <a:r>
              <a:rPr lang="en-US" dirty="0" err="1"/>
              <a:t>Thái</a:t>
            </a:r>
            <a:r>
              <a:rPr lang="en-US" dirty="0"/>
              <a:t> </a:t>
            </a:r>
            <a:r>
              <a:rPr lang="en-US" dirty="0" err="1"/>
              <a:t>độ</a:t>
            </a:r>
            <a:r>
              <a:rPr lang="en-US" dirty="0"/>
              <a:t> </a:t>
            </a:r>
            <a:r>
              <a:rPr lang="en-US" dirty="0" err="1"/>
              <a:t>sống</a:t>
            </a:r>
            <a:r>
              <a:rPr lang="en-US" dirty="0"/>
              <a:t> 2</a:t>
            </a:r>
          </a:p>
        </p:txBody>
      </p:sp>
      <p:sp>
        <p:nvSpPr>
          <p:cNvPr id="6" name="Chỗ dành sẵn cho Số hiệu Bản chiếu 5"/>
          <p:cNvSpPr>
            <a:spLocks noGrp="1"/>
          </p:cNvSpPr>
          <p:nvPr>
            <p:ph type="sldNum" sz="quarter" idx="12"/>
          </p:nvPr>
        </p:nvSpPr>
        <p:spPr>
          <a:xfrm>
            <a:off x="8610600" y="6356350"/>
            <a:ext cx="2743200" cy="365125"/>
          </a:xfrm>
        </p:spPr>
        <p:txBody>
          <a:bodyPr/>
          <a:lstStyle>
            <a:lvl1pPr>
              <a:defRPr>
                <a:solidFill>
                  <a:schemeClr val="tx1"/>
                </a:solidFill>
              </a:defRPr>
            </a:lvl1pPr>
          </a:lstStyle>
          <a:p>
            <a:r>
              <a:rPr lang="en-US"/>
              <a:t>1</a:t>
            </a:r>
            <a:endParaRPr lang="en-US" dirty="0"/>
          </a:p>
        </p:txBody>
      </p:sp>
      <p:pic>
        <p:nvPicPr>
          <p:cNvPr id="7" name="Picture 2">
            <a:extLst>
              <a:ext uri="{FF2B5EF4-FFF2-40B4-BE49-F238E27FC236}">
                <a16:creationId xmlns:a16="http://schemas.microsoft.com/office/drawing/2014/main" id="{0BD8CD1E-C3E8-4ABD-B282-D6A608911BE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892" y="59120"/>
            <a:ext cx="2151412" cy="118865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Đường nối Thẳng 10">
            <a:extLst>
              <a:ext uri="{FF2B5EF4-FFF2-40B4-BE49-F238E27FC236}">
                <a16:creationId xmlns:a16="http://schemas.microsoft.com/office/drawing/2014/main" id="{0C56652E-FEBF-451D-ABE8-FE22CA26AEC5}"/>
              </a:ext>
            </a:extLst>
          </p:cNvPr>
          <p:cNvCxnSpPr/>
          <p:nvPr userDrawn="1"/>
        </p:nvCxnSpPr>
        <p:spPr>
          <a:xfrm>
            <a:off x="2400300" y="1195388"/>
            <a:ext cx="8953500"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p:cNvSpPr>
            <a:spLocks noGrp="1"/>
          </p:cNvSpPr>
          <p:nvPr>
            <p:ph type="title" hasCustomPrompt="1"/>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6" name="Chỗ dành sẵn cho Số hiệu Bản chiếu 5"/>
          <p:cNvSpPr>
            <a:spLocks noGrp="1"/>
          </p:cNvSpPr>
          <p:nvPr>
            <p:ph type="sldNum" sz="quarter" idx="12"/>
          </p:nvPr>
        </p:nvSpPr>
        <p:spPr/>
        <p:txBody>
          <a:bodyPr/>
          <a:lstStyle/>
          <a:p>
            <a:fld id="{834D4818-6796-4B66-8B01-9A038EBF407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p:cNvSpPr>
            <a:spLocks noGrp="1"/>
          </p:cNvSpPr>
          <p:nvPr>
            <p:ph type="title" hasCustomPrompt="1"/>
          </p:nvPr>
        </p:nvSpPr>
        <p:spPr/>
        <p:txBody>
          <a:bodyPr/>
          <a:lstStyle/>
          <a:p>
            <a:r>
              <a:rPr lang="vi-VN"/>
              <a:t>Bấm để sửa kiểu tiêu đề Bản cái</a:t>
            </a:r>
            <a:endParaRPr lang="en-US"/>
          </a:p>
        </p:txBody>
      </p:sp>
      <p:sp>
        <p:nvSpPr>
          <p:cNvPr id="3" name="Chỗ dành sẵn cho Nội dung 2"/>
          <p:cNvSpPr>
            <a:spLocks noGrp="1"/>
          </p:cNvSpPr>
          <p:nvPr>
            <p:ph sz="half" idx="1" hasCustomPrompt="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p:cNvSpPr>
            <a:spLocks noGrp="1"/>
          </p:cNvSpPr>
          <p:nvPr>
            <p:ph sz="half" idx="2" hasCustomPrompt="1"/>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11"/>
          </p:nvPr>
        </p:nvSpPr>
        <p:spPr/>
        <p:txBody>
          <a:bodyPr/>
          <a:lstStyle/>
          <a:p>
            <a:r>
              <a:rPr lang="en-US"/>
              <a:t>Thái độ sống 1</a:t>
            </a:r>
          </a:p>
        </p:txBody>
      </p:sp>
      <p:sp>
        <p:nvSpPr>
          <p:cNvPr id="7" name="Chỗ dành sẵn cho Số hiệu Bản chiếu 6"/>
          <p:cNvSpPr>
            <a:spLocks noGrp="1"/>
          </p:cNvSpPr>
          <p:nvPr>
            <p:ph type="sldNum" sz="quarter" idx="12"/>
          </p:nvPr>
        </p:nvSpPr>
        <p:spPr/>
        <p:txBody>
          <a:bodyPr/>
          <a:lstStyle/>
          <a:p>
            <a:fld id="{834D4818-6796-4B66-8B01-9A038EBF407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p:cNvSpPr>
            <a:spLocks noGrp="1"/>
          </p:cNvSpPr>
          <p:nvPr>
            <p:ph type="title" hasCustomPrompt="1"/>
          </p:nvPr>
        </p:nvSpPr>
        <p:spPr>
          <a:xfrm>
            <a:off x="839788" y="365125"/>
            <a:ext cx="10515600" cy="1325563"/>
          </a:xfrm>
        </p:spPr>
        <p:txBody>
          <a:bodyPr/>
          <a:lstStyle/>
          <a:p>
            <a:r>
              <a:rPr lang="vi-VN"/>
              <a:t>Bấm để sửa kiểu tiêu đề Bản cái</a:t>
            </a:r>
            <a:endParaRPr lang="en-US"/>
          </a:p>
        </p:txBody>
      </p:sp>
      <p:sp>
        <p:nvSpPr>
          <p:cNvPr id="3" name="Chỗ dành sẵn cho Văn bản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p:cNvSpPr>
            <a:spLocks noGrp="1"/>
          </p:cNvSpPr>
          <p:nvPr>
            <p:ph sz="half" idx="2" hasCustomPrompt="1"/>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p:cNvSpPr>
            <a:spLocks noGrp="1"/>
          </p:cNvSpPr>
          <p:nvPr>
            <p:ph sz="quarter" idx="4" hasCustomPrompt="1"/>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p:cNvSpPr>
            <a:spLocks noGrp="1"/>
          </p:cNvSpPr>
          <p:nvPr>
            <p:ph type="dt" sz="half" idx="10"/>
          </p:nvPr>
        </p:nvSpPr>
        <p:spPr>
          <a:xfrm>
            <a:off x="838200" y="6356350"/>
            <a:ext cx="2743200" cy="365125"/>
          </a:xfrm>
          <a:prstGeom prst="rect">
            <a:avLst/>
          </a:prstGeom>
        </p:spPr>
        <p:txBody>
          <a:bodyPr/>
          <a:lstStyle/>
          <a:p>
            <a:r>
              <a:rPr lang="en-US"/>
              <a:t>6/25/2020</a:t>
            </a:r>
          </a:p>
        </p:txBody>
      </p:sp>
      <p:sp>
        <p:nvSpPr>
          <p:cNvPr id="8" name="Chỗ dành sẵn cho Chân trang 7"/>
          <p:cNvSpPr>
            <a:spLocks noGrp="1"/>
          </p:cNvSpPr>
          <p:nvPr>
            <p:ph type="ftr" sz="quarter" idx="11"/>
          </p:nvPr>
        </p:nvSpPr>
        <p:spPr/>
        <p:txBody>
          <a:bodyPr/>
          <a:lstStyle/>
          <a:p>
            <a:r>
              <a:rPr lang="en-US"/>
              <a:t>Thái độ sống 1</a:t>
            </a:r>
          </a:p>
        </p:txBody>
      </p:sp>
      <p:sp>
        <p:nvSpPr>
          <p:cNvPr id="9" name="Chỗ dành sẵn cho Số hiệu Bản chiếu 8"/>
          <p:cNvSpPr>
            <a:spLocks noGrp="1"/>
          </p:cNvSpPr>
          <p:nvPr>
            <p:ph type="sldNum" sz="quarter" idx="12"/>
          </p:nvPr>
        </p:nvSpPr>
        <p:spPr/>
        <p:txBody>
          <a:bodyPr/>
          <a:lstStyle/>
          <a:p>
            <a:fld id="{834D4818-6796-4B66-8B01-9A038EBF407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p:cNvSpPr>
            <a:spLocks noGrp="1"/>
          </p:cNvSpPr>
          <p:nvPr>
            <p:ph type="title" hasCustomPrompt="1"/>
          </p:nvPr>
        </p:nvSpPr>
        <p:spPr/>
        <p:txBody>
          <a:bodyPr/>
          <a:lstStyle/>
          <a:p>
            <a:r>
              <a:rPr lang="vi-VN"/>
              <a:t>Bấm để sửa kiểu tiêu đề Bản cái</a:t>
            </a:r>
            <a:endParaRPr lang="en-US"/>
          </a:p>
        </p:txBody>
      </p:sp>
      <p:sp>
        <p:nvSpPr>
          <p:cNvPr id="3" name="Chỗ dành sẵn cho Ngày tháng 2"/>
          <p:cNvSpPr>
            <a:spLocks noGrp="1"/>
          </p:cNvSpPr>
          <p:nvPr>
            <p:ph type="dt" sz="half" idx="10"/>
          </p:nvPr>
        </p:nvSpPr>
        <p:spPr>
          <a:xfrm>
            <a:off x="838200" y="6356350"/>
            <a:ext cx="2743200" cy="365125"/>
          </a:xfrm>
          <a:prstGeom prst="rect">
            <a:avLst/>
          </a:prstGeom>
        </p:spPr>
        <p:txBody>
          <a:bodyPr/>
          <a:lstStyle/>
          <a:p>
            <a:r>
              <a:rPr lang="en-US"/>
              <a:t>6/25/2020</a:t>
            </a:r>
          </a:p>
        </p:txBody>
      </p:sp>
      <p:sp>
        <p:nvSpPr>
          <p:cNvPr id="4" name="Chỗ dành sẵn cho Chân trang 3"/>
          <p:cNvSpPr>
            <a:spLocks noGrp="1"/>
          </p:cNvSpPr>
          <p:nvPr>
            <p:ph type="ftr" sz="quarter" idx="11"/>
          </p:nvPr>
        </p:nvSpPr>
        <p:spPr/>
        <p:txBody>
          <a:bodyPr/>
          <a:lstStyle/>
          <a:p>
            <a:r>
              <a:rPr lang="en-US"/>
              <a:t>Thái độ sống 1</a:t>
            </a:r>
          </a:p>
        </p:txBody>
      </p:sp>
      <p:sp>
        <p:nvSpPr>
          <p:cNvPr id="5" name="Chỗ dành sẵn cho Số hiệu Bản chiếu 4"/>
          <p:cNvSpPr>
            <a:spLocks noGrp="1"/>
          </p:cNvSpPr>
          <p:nvPr>
            <p:ph type="sldNum" sz="quarter" idx="12"/>
          </p:nvPr>
        </p:nvSpPr>
        <p:spPr/>
        <p:txBody>
          <a:bodyPr/>
          <a:lstStyle/>
          <a:p>
            <a:fld id="{834D4818-6796-4B66-8B01-9A038EBF407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p:cNvSpPr>
            <a:spLocks noGrp="1"/>
          </p:cNvSpPr>
          <p:nvPr>
            <p:ph type="dt" sz="half" idx="10"/>
          </p:nvPr>
        </p:nvSpPr>
        <p:spPr>
          <a:xfrm>
            <a:off x="838200" y="6356350"/>
            <a:ext cx="2743200" cy="365125"/>
          </a:xfrm>
          <a:prstGeom prst="rect">
            <a:avLst/>
          </a:prstGeom>
        </p:spPr>
        <p:txBody>
          <a:bodyPr/>
          <a:lstStyle/>
          <a:p>
            <a:r>
              <a:rPr lang="en-US"/>
              <a:t>6/25/2020</a:t>
            </a:r>
          </a:p>
        </p:txBody>
      </p:sp>
      <p:sp>
        <p:nvSpPr>
          <p:cNvPr id="3" name="Chỗ dành sẵn cho Chân trang 2"/>
          <p:cNvSpPr>
            <a:spLocks noGrp="1"/>
          </p:cNvSpPr>
          <p:nvPr>
            <p:ph type="ftr" sz="quarter" idx="11"/>
          </p:nvPr>
        </p:nvSpPr>
        <p:spPr/>
        <p:txBody>
          <a:bodyPr/>
          <a:lstStyle/>
          <a:p>
            <a:r>
              <a:rPr lang="en-US"/>
              <a:t>Thái độ sống 1</a:t>
            </a:r>
          </a:p>
        </p:txBody>
      </p:sp>
      <p:sp>
        <p:nvSpPr>
          <p:cNvPr id="4" name="Chỗ dành sẵn cho Số hiệu Bản chiếu 3"/>
          <p:cNvSpPr>
            <a:spLocks noGrp="1"/>
          </p:cNvSpPr>
          <p:nvPr>
            <p:ph type="sldNum" sz="quarter" idx="12"/>
          </p:nvPr>
        </p:nvSpPr>
        <p:spPr/>
        <p:txBody>
          <a:bodyPr/>
          <a:lstStyle/>
          <a:p>
            <a:fld id="{834D4818-6796-4B66-8B01-9A038EBF407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p:cNvSpPr>
            <a:spLocks noGrp="1"/>
          </p:cNvSpPr>
          <p:nvPr>
            <p:ph type="title" hasCustomPrompt="1"/>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p:cNvSpPr>
            <a:spLocks noGrp="1"/>
          </p:cNvSpPr>
          <p:nvPr>
            <p:ph type="dt" sz="half" idx="10"/>
          </p:nvPr>
        </p:nvSpPr>
        <p:spPr>
          <a:xfrm>
            <a:off x="838200" y="6356350"/>
            <a:ext cx="2743200" cy="365125"/>
          </a:xfrm>
          <a:prstGeom prst="rect">
            <a:avLst/>
          </a:prstGeom>
        </p:spPr>
        <p:txBody>
          <a:bodyPr/>
          <a:lstStyle/>
          <a:p>
            <a:r>
              <a:rPr lang="en-US"/>
              <a:t>6/25/2020</a:t>
            </a:r>
          </a:p>
        </p:txBody>
      </p:sp>
      <p:sp>
        <p:nvSpPr>
          <p:cNvPr id="6" name="Chỗ dành sẵn cho Chân trang 5"/>
          <p:cNvSpPr>
            <a:spLocks noGrp="1"/>
          </p:cNvSpPr>
          <p:nvPr>
            <p:ph type="ftr" sz="quarter" idx="11"/>
          </p:nvPr>
        </p:nvSpPr>
        <p:spPr/>
        <p:txBody>
          <a:bodyPr/>
          <a:lstStyle/>
          <a:p>
            <a:r>
              <a:rPr lang="en-US"/>
              <a:t>Thái độ sống 1</a:t>
            </a:r>
          </a:p>
        </p:txBody>
      </p:sp>
      <p:sp>
        <p:nvSpPr>
          <p:cNvPr id="7" name="Chỗ dành sẵn cho Số hiệu Bản chiếu 6"/>
          <p:cNvSpPr>
            <a:spLocks noGrp="1"/>
          </p:cNvSpPr>
          <p:nvPr>
            <p:ph type="sldNum" sz="quarter" idx="12"/>
          </p:nvPr>
        </p:nvSpPr>
        <p:spPr/>
        <p:txBody>
          <a:bodyPr/>
          <a:lstStyle/>
          <a:p>
            <a:fld id="{834D4818-6796-4B66-8B01-9A038EBF407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p:cNvSpPr>
            <a:spLocks noGrp="1"/>
          </p:cNvSpPr>
          <p:nvPr>
            <p:ph type="title" hasCustomPrompt="1"/>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p:cNvSpPr>
            <a:spLocks noGrp="1"/>
          </p:cNvSpPr>
          <p:nvPr>
            <p:ph type="dt" sz="half" idx="10"/>
          </p:nvPr>
        </p:nvSpPr>
        <p:spPr>
          <a:xfrm>
            <a:off x="838200" y="6356350"/>
            <a:ext cx="2743200" cy="365125"/>
          </a:xfrm>
          <a:prstGeom prst="rect">
            <a:avLst/>
          </a:prstGeom>
        </p:spPr>
        <p:txBody>
          <a:bodyPr/>
          <a:lstStyle/>
          <a:p>
            <a:r>
              <a:rPr lang="en-US"/>
              <a:t>6/25/2020</a:t>
            </a:r>
          </a:p>
        </p:txBody>
      </p:sp>
      <p:sp>
        <p:nvSpPr>
          <p:cNvPr id="6" name="Chỗ dành sẵn cho Chân trang 5"/>
          <p:cNvSpPr>
            <a:spLocks noGrp="1"/>
          </p:cNvSpPr>
          <p:nvPr>
            <p:ph type="ftr" sz="quarter" idx="11"/>
          </p:nvPr>
        </p:nvSpPr>
        <p:spPr/>
        <p:txBody>
          <a:bodyPr/>
          <a:lstStyle/>
          <a:p>
            <a:r>
              <a:rPr lang="en-US"/>
              <a:t>Thái độ sống 1</a:t>
            </a:r>
          </a:p>
        </p:txBody>
      </p:sp>
      <p:sp>
        <p:nvSpPr>
          <p:cNvPr id="7" name="Chỗ dành sẵn cho Số hiệu Bản chiếu 6"/>
          <p:cNvSpPr>
            <a:spLocks noGrp="1"/>
          </p:cNvSpPr>
          <p:nvPr>
            <p:ph type="sldNum" sz="quarter" idx="12"/>
          </p:nvPr>
        </p:nvSpPr>
        <p:spPr/>
        <p:txBody>
          <a:bodyPr/>
          <a:lstStyle/>
          <a:p>
            <a:fld id="{834D4818-6796-4B66-8B01-9A038EBF407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p:cNvSpPr>
            <a:spLocks noGrp="1"/>
          </p:cNvSpPr>
          <p:nvPr>
            <p:ph type="title" hasCustomPrompt="1"/>
          </p:nvPr>
        </p:nvSpPr>
        <p:spPr/>
        <p:txBody>
          <a:bodyPr/>
          <a:lstStyle/>
          <a:p>
            <a:r>
              <a:rPr lang="vi-VN"/>
              <a:t>Bấm để sửa kiểu tiêu đề Bản cái</a:t>
            </a:r>
            <a:endParaRPr lang="en-US"/>
          </a:p>
        </p:txBody>
      </p:sp>
      <p:sp>
        <p:nvSpPr>
          <p:cNvPr id="3" name="Chỗ dành sẵn cho Văn bản Dọc 2"/>
          <p:cNvSpPr>
            <a:spLocks noGrp="1"/>
          </p:cNvSpPr>
          <p:nvPr>
            <p:ph type="body" orient="vert" idx="1" hasCustomPrompt="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p:cNvSpPr>
            <a:spLocks noGrp="1"/>
          </p:cNvSpPr>
          <p:nvPr>
            <p:ph type="dt" sz="half" idx="10"/>
          </p:nvPr>
        </p:nvSpPr>
        <p:spPr>
          <a:xfrm>
            <a:off x="838200" y="6356350"/>
            <a:ext cx="2743200" cy="365125"/>
          </a:xfrm>
          <a:prstGeom prst="rect">
            <a:avLst/>
          </a:prstGeom>
        </p:spPr>
        <p:txBody>
          <a:bodyPr/>
          <a:lstStyle/>
          <a:p>
            <a:r>
              <a:rPr lang="en-US"/>
              <a:t>6/25/2020</a:t>
            </a:r>
          </a:p>
        </p:txBody>
      </p:sp>
      <p:sp>
        <p:nvSpPr>
          <p:cNvPr id="5" name="Chỗ dành sẵn cho Chân trang 4"/>
          <p:cNvSpPr>
            <a:spLocks noGrp="1"/>
          </p:cNvSpPr>
          <p:nvPr>
            <p:ph type="ftr" sz="quarter" idx="11"/>
          </p:nvPr>
        </p:nvSpPr>
        <p:spPr/>
        <p:txBody>
          <a:bodyPr/>
          <a:lstStyle/>
          <a:p>
            <a:r>
              <a:rPr lang="en-US"/>
              <a:t>Thái độ sống 1</a:t>
            </a:r>
          </a:p>
        </p:txBody>
      </p:sp>
      <p:sp>
        <p:nvSpPr>
          <p:cNvPr id="6" name="Chỗ dành sẵn cho Số hiệu Bản chiếu 5"/>
          <p:cNvSpPr>
            <a:spLocks noGrp="1"/>
          </p:cNvSpPr>
          <p:nvPr>
            <p:ph type="sldNum" sz="quarter" idx="12"/>
          </p:nvPr>
        </p:nvSpPr>
        <p:spPr/>
        <p:txBody>
          <a:bodyPr/>
          <a:lstStyle/>
          <a:p>
            <a:fld id="{834D4818-6796-4B66-8B01-9A038EBF407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p:cNvSpPr>
            <a:spLocks noGrp="1"/>
          </p:cNvSpPr>
          <p:nvPr>
            <p:ph type="title" orient="vert" hasCustomPrompt="1"/>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p:cNvSpPr>
            <a:spLocks noGrp="1"/>
          </p:cNvSpPr>
          <p:nvPr>
            <p:ph type="body" orient="vert" idx="1" hasCustomPrompt="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p:cNvSpPr>
            <a:spLocks noGrp="1"/>
          </p:cNvSpPr>
          <p:nvPr>
            <p:ph type="dt" sz="half" idx="10"/>
          </p:nvPr>
        </p:nvSpPr>
        <p:spPr>
          <a:xfrm>
            <a:off x="838200" y="6356350"/>
            <a:ext cx="2743200" cy="365125"/>
          </a:xfrm>
          <a:prstGeom prst="rect">
            <a:avLst/>
          </a:prstGeom>
        </p:spPr>
        <p:txBody>
          <a:bodyPr/>
          <a:lstStyle/>
          <a:p>
            <a:r>
              <a:rPr lang="en-US"/>
              <a:t>6/25/2020</a:t>
            </a:r>
          </a:p>
        </p:txBody>
      </p:sp>
      <p:sp>
        <p:nvSpPr>
          <p:cNvPr id="5" name="Chỗ dành sẵn cho Chân trang 4"/>
          <p:cNvSpPr>
            <a:spLocks noGrp="1"/>
          </p:cNvSpPr>
          <p:nvPr>
            <p:ph type="ftr" sz="quarter" idx="11"/>
          </p:nvPr>
        </p:nvSpPr>
        <p:spPr/>
        <p:txBody>
          <a:bodyPr/>
          <a:lstStyle/>
          <a:p>
            <a:r>
              <a:rPr lang="en-US"/>
              <a:t>Thái độ sống 1</a:t>
            </a:r>
          </a:p>
        </p:txBody>
      </p:sp>
      <p:sp>
        <p:nvSpPr>
          <p:cNvPr id="6" name="Chỗ dành sẵn cho Số hiệu Bản chiếu 5"/>
          <p:cNvSpPr>
            <a:spLocks noGrp="1"/>
          </p:cNvSpPr>
          <p:nvPr>
            <p:ph type="sldNum" sz="quarter" idx="12"/>
          </p:nvPr>
        </p:nvSpPr>
        <p:spPr/>
        <p:txBody>
          <a:bodyPr/>
          <a:lstStyle/>
          <a:p>
            <a:fld id="{834D4818-6796-4B66-8B01-9A038EBF407C}"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p:cNvSpPr>
            <a:spLocks noGrp="1"/>
          </p:cNvSpPr>
          <p:nvPr>
            <p:ph type="ctrTitle" hasCustomPrompt="1"/>
          </p:nvPr>
        </p:nvSpPr>
        <p:spPr>
          <a:xfrm>
            <a:off x="1524000" y="1122363"/>
            <a:ext cx="9144000" cy="2387600"/>
          </a:xfrm>
        </p:spPr>
        <p:txBody>
          <a:bodyPr anchor="b"/>
          <a:lstStyle>
            <a:lvl1pPr algn="ctr">
              <a:defRPr sz="4500"/>
            </a:lvl1pPr>
          </a:lstStyle>
          <a:p>
            <a:r>
              <a:rPr lang="vi-VN"/>
              <a:t>Bấm để sửa kiểu tiêu đề Bản cái</a:t>
            </a:r>
            <a:endParaRPr lang="en-US"/>
          </a:p>
        </p:txBody>
      </p:sp>
      <p:sp>
        <p:nvSpPr>
          <p:cNvPr id="3" name="Tiêu đề phụ 2"/>
          <p:cNvSpPr>
            <a:spLocks noGrp="1"/>
          </p:cNvSpPr>
          <p:nvPr>
            <p:ph type="subTitle" idx="1" hasCustomPrompt="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vi-VN"/>
              <a:t>Bấm để chỉnh sửa kiểu tiêu đề phụ của Bản cái</a:t>
            </a:r>
            <a:endParaRPr lang="en-US"/>
          </a:p>
        </p:txBody>
      </p:sp>
      <p:sp>
        <p:nvSpPr>
          <p:cNvPr id="4" name="Chỗ dành sẵn cho Ngày tháng 3"/>
          <p:cNvSpPr>
            <a:spLocks noGrp="1"/>
          </p:cNvSpPr>
          <p:nvPr>
            <p:ph type="dt" sz="half" idx="10"/>
          </p:nvPr>
        </p:nvSpPr>
        <p:spPr/>
        <p:txBody>
          <a:bodyPr/>
          <a:lstStyle/>
          <a:p>
            <a:r>
              <a:rPr lang="en-US"/>
              <a:t>6/25/2020</a:t>
            </a:r>
          </a:p>
        </p:txBody>
      </p:sp>
      <p:sp>
        <p:nvSpPr>
          <p:cNvPr id="5" name="Chỗ dành sẵn cho Chân trang 4"/>
          <p:cNvSpPr>
            <a:spLocks noGrp="1"/>
          </p:cNvSpPr>
          <p:nvPr>
            <p:ph type="ftr" sz="quarter" idx="11"/>
          </p:nvPr>
        </p:nvSpPr>
        <p:spPr/>
        <p:txBody>
          <a:bodyPr/>
          <a:lstStyle/>
          <a:p>
            <a:r>
              <a:rPr lang="en-US"/>
              <a:t>Thái độ sống 1</a:t>
            </a:r>
          </a:p>
        </p:txBody>
      </p:sp>
      <p:sp>
        <p:nvSpPr>
          <p:cNvPr id="6" name="Chỗ dành sẵn cho Số hiệu Bản chiếu 5"/>
          <p:cNvSpPr>
            <a:spLocks noGrp="1"/>
          </p:cNvSpPr>
          <p:nvPr>
            <p:ph type="sldNum" sz="quarter" idx="12"/>
          </p:nvPr>
        </p:nvSpPr>
        <p:spPr/>
        <p:txBody>
          <a:bodyPr/>
          <a:lstStyle/>
          <a:p>
            <a:fld id="{834D4818-6796-4B66-8B01-9A038EBF407C}" type="slidenum">
              <a:rPr lang="en-US" smtClean="0"/>
              <a:t>‹#›</a:t>
            </a:fld>
            <a:endParaRPr lang="en-US"/>
          </a:p>
        </p:txBody>
      </p:sp>
    </p:spTree>
    <p:extLst>
      <p:ext uri="{BB962C8B-B14F-4D97-AF65-F5344CB8AC3E}">
        <p14:creationId xmlns:p14="http://schemas.microsoft.com/office/powerpoint/2010/main" val="383313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êu đề và Nội dung">
    <p:spTree>
      <p:nvGrpSpPr>
        <p:cNvPr id="1" name=""/>
        <p:cNvGrpSpPr/>
        <p:nvPr/>
      </p:nvGrpSpPr>
      <p:grpSpPr>
        <a:xfrm>
          <a:off x="0" y="0"/>
          <a:ext cx="0" cy="0"/>
          <a:chOff x="0" y="0"/>
          <a:chExt cx="0" cy="0"/>
        </a:xfrm>
      </p:grpSpPr>
      <p:sp>
        <p:nvSpPr>
          <p:cNvPr id="17" name="Hình chữ nhật 16"/>
          <p:cNvSpPr/>
          <p:nvPr userDrawn="1"/>
        </p:nvSpPr>
        <p:spPr>
          <a:xfrm>
            <a:off x="0" y="6356352"/>
            <a:ext cx="12192000" cy="365123"/>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bg1"/>
              </a:solidFill>
            </a:endParaRPr>
          </a:p>
        </p:txBody>
      </p:sp>
      <p:sp>
        <p:nvSpPr>
          <p:cNvPr id="2" name="Tiêu đề 1"/>
          <p:cNvSpPr>
            <a:spLocks noGrp="1"/>
          </p:cNvSpPr>
          <p:nvPr>
            <p:ph type="title" hasCustomPrompt="1"/>
          </p:nvPr>
        </p:nvSpPr>
        <p:spPr>
          <a:xfrm>
            <a:off x="2400300" y="340521"/>
            <a:ext cx="9525000" cy="830262"/>
          </a:xfrm>
        </p:spPr>
        <p:txBody>
          <a:bodyPr>
            <a:normAutofit/>
          </a:bodyPr>
          <a:lstStyle>
            <a:lvl1pPr>
              <a:defRPr sz="2700"/>
            </a:lvl1pPr>
          </a:lstStyle>
          <a:p>
            <a:r>
              <a:rPr lang="vi-VN" dirty="0"/>
              <a:t>Bấm để sửa kiểu tiêu đề Bản cái</a:t>
            </a:r>
            <a:endParaRPr lang="en-US" dirty="0"/>
          </a:p>
        </p:txBody>
      </p:sp>
      <p:sp>
        <p:nvSpPr>
          <p:cNvPr id="3" name="Chỗ dành sẵn cho Nội dung 2"/>
          <p:cNvSpPr>
            <a:spLocks noGrp="1"/>
          </p:cNvSpPr>
          <p:nvPr>
            <p:ph idx="1" hasCustomPrompt="1"/>
          </p:nvPr>
        </p:nvSpPr>
        <p:spPr>
          <a:xfrm>
            <a:off x="838200" y="1397006"/>
            <a:ext cx="10515600" cy="4779959"/>
          </a:xfrm>
        </p:spPr>
        <p:txBody>
          <a:bodyPr/>
          <a:lstStyle>
            <a:lvl1pPr>
              <a:defRPr sz="2400">
                <a:latin typeface="+mj-lt"/>
              </a:defRPr>
            </a:lvl1pPr>
            <a:lvl2pPr>
              <a:defRPr sz="2100">
                <a:latin typeface="+mj-lt"/>
              </a:defRPr>
            </a:lvl2pPr>
            <a:lvl3pPr>
              <a:defRPr sz="1800">
                <a:latin typeface="+mj-lt"/>
              </a:defRPr>
            </a:lvl3pPr>
          </a:lstStyle>
          <a:p>
            <a:pPr lvl="0"/>
            <a:r>
              <a:rPr lang="vi-VN" dirty="0" err="1"/>
              <a:t>Bấm</a:t>
            </a:r>
            <a:r>
              <a:rPr lang="vi-VN" dirty="0"/>
              <a:t> </a:t>
            </a:r>
            <a:r>
              <a:rPr lang="vi-VN" dirty="0" err="1"/>
              <a:t>để</a:t>
            </a:r>
            <a:r>
              <a:rPr lang="vi-VN" dirty="0"/>
              <a:t> </a:t>
            </a:r>
            <a:r>
              <a:rPr lang="vi-VN" dirty="0" err="1"/>
              <a:t>chỉnh</a:t>
            </a:r>
            <a:r>
              <a:rPr lang="vi-VN" dirty="0"/>
              <a:t> </a:t>
            </a:r>
            <a:r>
              <a:rPr lang="vi-VN" dirty="0" err="1"/>
              <a:t>sửa</a:t>
            </a:r>
            <a:r>
              <a:rPr lang="vi-VN" dirty="0"/>
              <a:t> </a:t>
            </a:r>
            <a:r>
              <a:rPr lang="vi-VN" dirty="0" err="1"/>
              <a:t>kiểu</a:t>
            </a:r>
            <a:r>
              <a:rPr lang="vi-VN" dirty="0"/>
              <a:t> văn </a:t>
            </a:r>
            <a:r>
              <a:rPr lang="vi-VN" dirty="0" err="1"/>
              <a:t>bản</a:t>
            </a:r>
            <a:r>
              <a:rPr lang="vi-VN" dirty="0"/>
              <a:t> </a:t>
            </a:r>
            <a:r>
              <a:rPr lang="vi-VN" dirty="0" err="1"/>
              <a:t>của</a:t>
            </a:r>
            <a:r>
              <a:rPr lang="vi-VN" dirty="0"/>
              <a:t> </a:t>
            </a:r>
            <a:r>
              <a:rPr lang="vi-VN" dirty="0" err="1"/>
              <a:t>Bản</a:t>
            </a:r>
            <a:r>
              <a:rPr lang="vi-VN" dirty="0"/>
              <a:t> </a:t>
            </a:r>
            <a:r>
              <a:rPr lang="vi-VN" dirty="0" err="1"/>
              <a:t>cái</a:t>
            </a:r>
            <a:endParaRPr lang="vi-VN" dirty="0"/>
          </a:p>
          <a:p>
            <a:pPr lvl="1"/>
            <a:r>
              <a:rPr lang="vi-VN" dirty="0" err="1"/>
              <a:t>Mức</a:t>
            </a:r>
            <a:r>
              <a:rPr lang="vi-VN" dirty="0"/>
              <a:t> hai</a:t>
            </a:r>
          </a:p>
          <a:p>
            <a:pPr lvl="2"/>
            <a:r>
              <a:rPr lang="vi-VN" dirty="0" err="1"/>
              <a:t>Mức</a:t>
            </a:r>
            <a:r>
              <a:rPr lang="vi-VN" dirty="0"/>
              <a:t> ba</a:t>
            </a:r>
          </a:p>
        </p:txBody>
      </p:sp>
      <p:sp>
        <p:nvSpPr>
          <p:cNvPr id="4" name="Chỗ dành sẵn cho Ngày tháng 3"/>
          <p:cNvSpPr>
            <a:spLocks noGrp="1"/>
          </p:cNvSpPr>
          <p:nvPr>
            <p:ph type="dt" sz="half" idx="10"/>
          </p:nvPr>
        </p:nvSpPr>
        <p:spPr>
          <a:xfrm>
            <a:off x="838200" y="6356352"/>
            <a:ext cx="2743200" cy="365125"/>
          </a:xfrm>
        </p:spPr>
        <p:txBody>
          <a:bodyPr/>
          <a:lstStyle>
            <a:lvl1pPr>
              <a:defRPr>
                <a:solidFill>
                  <a:schemeClr val="bg1"/>
                </a:solidFill>
              </a:defRPr>
            </a:lvl1pPr>
          </a:lstStyle>
          <a:p>
            <a:r>
              <a:rPr lang="en-US"/>
              <a:t>6/25/2020</a:t>
            </a:r>
            <a:endParaRPr lang="en-US" dirty="0"/>
          </a:p>
        </p:txBody>
      </p:sp>
      <p:sp>
        <p:nvSpPr>
          <p:cNvPr id="5" name="Chỗ dành sẵn cho Chân trang 4"/>
          <p:cNvSpPr>
            <a:spLocks noGrp="1"/>
          </p:cNvSpPr>
          <p:nvPr>
            <p:ph type="ftr" sz="quarter" idx="11"/>
          </p:nvPr>
        </p:nvSpPr>
        <p:spPr>
          <a:xfrm>
            <a:off x="4038600" y="6356352"/>
            <a:ext cx="4114800" cy="365125"/>
          </a:xfrm>
        </p:spPr>
        <p:txBody>
          <a:bodyPr/>
          <a:lstStyle>
            <a:lvl1pPr>
              <a:defRPr>
                <a:solidFill>
                  <a:schemeClr val="bg1"/>
                </a:solidFill>
              </a:defRPr>
            </a:lvl1pPr>
          </a:lstStyle>
          <a:p>
            <a:r>
              <a:rPr lang="en-US" dirty="0" err="1"/>
              <a:t>Thái</a:t>
            </a:r>
            <a:r>
              <a:rPr lang="en-US" dirty="0"/>
              <a:t> </a:t>
            </a:r>
            <a:r>
              <a:rPr lang="en-US" dirty="0" err="1"/>
              <a:t>độ</a:t>
            </a:r>
            <a:r>
              <a:rPr lang="en-US" dirty="0"/>
              <a:t> </a:t>
            </a:r>
            <a:r>
              <a:rPr lang="en-US" dirty="0" err="1"/>
              <a:t>sống</a:t>
            </a:r>
            <a:r>
              <a:rPr lang="en-US" dirty="0"/>
              <a:t> 1</a:t>
            </a:r>
          </a:p>
        </p:txBody>
      </p:sp>
      <p:sp>
        <p:nvSpPr>
          <p:cNvPr id="6" name="Chỗ dành sẵn cho Số hiệu Bản chiếu 5"/>
          <p:cNvSpPr>
            <a:spLocks noGrp="1"/>
          </p:cNvSpPr>
          <p:nvPr>
            <p:ph type="sldNum" sz="quarter" idx="12"/>
          </p:nvPr>
        </p:nvSpPr>
        <p:spPr>
          <a:xfrm>
            <a:off x="8610600" y="6356352"/>
            <a:ext cx="2743200" cy="365125"/>
          </a:xfrm>
        </p:spPr>
        <p:txBody>
          <a:bodyPr/>
          <a:lstStyle>
            <a:lvl1pPr>
              <a:defRPr>
                <a:solidFill>
                  <a:schemeClr val="tx1"/>
                </a:solidFill>
              </a:defRPr>
            </a:lvl1pPr>
          </a:lstStyle>
          <a:p>
            <a:r>
              <a:rPr lang="en-US"/>
              <a:t>1</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893" y="59122"/>
            <a:ext cx="2151412" cy="118865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Đường nối Thẳng 10"/>
          <p:cNvCxnSpPr/>
          <p:nvPr userDrawn="1"/>
        </p:nvCxnSpPr>
        <p:spPr>
          <a:xfrm>
            <a:off x="2400301" y="1195388"/>
            <a:ext cx="8953500"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75850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p:cNvSpPr>
            <a:spLocks noGrp="1"/>
          </p:cNvSpPr>
          <p:nvPr>
            <p:ph type="title" hasCustomPrompt="1"/>
          </p:nvPr>
        </p:nvSpPr>
        <p:spPr>
          <a:xfrm>
            <a:off x="831851" y="1709740"/>
            <a:ext cx="10515600" cy="2852737"/>
          </a:xfrm>
        </p:spPr>
        <p:txBody>
          <a:bodyPr anchor="b"/>
          <a:lstStyle>
            <a:lvl1pPr>
              <a:defRPr sz="4500"/>
            </a:lvl1pPr>
          </a:lstStyle>
          <a:p>
            <a:r>
              <a:rPr lang="vi-VN"/>
              <a:t>Bấm để sửa kiểu tiêu đề Bản cái</a:t>
            </a:r>
            <a:endParaRPr lang="en-US"/>
          </a:p>
        </p:txBody>
      </p:sp>
      <p:sp>
        <p:nvSpPr>
          <p:cNvPr id="3" name="Chỗ dành sẵn cho Văn bản 2"/>
          <p:cNvSpPr>
            <a:spLocks noGrp="1"/>
          </p:cNvSpPr>
          <p:nvPr>
            <p:ph type="body" idx="1" hasCustomPrompt="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vi-VN"/>
              <a:t>Bấm để chỉnh sửa kiểu văn bản của Bản cái</a:t>
            </a:r>
          </a:p>
        </p:txBody>
      </p:sp>
      <p:sp>
        <p:nvSpPr>
          <p:cNvPr id="4" name="Chỗ dành sẵn cho Ngày tháng 3"/>
          <p:cNvSpPr>
            <a:spLocks noGrp="1"/>
          </p:cNvSpPr>
          <p:nvPr>
            <p:ph type="dt" sz="half" idx="10"/>
          </p:nvPr>
        </p:nvSpPr>
        <p:spPr/>
        <p:txBody>
          <a:bodyPr/>
          <a:lstStyle/>
          <a:p>
            <a:r>
              <a:rPr lang="en-US"/>
              <a:t>6/25/2020</a:t>
            </a:r>
          </a:p>
        </p:txBody>
      </p:sp>
      <p:sp>
        <p:nvSpPr>
          <p:cNvPr id="5" name="Chỗ dành sẵn cho Chân trang 4"/>
          <p:cNvSpPr>
            <a:spLocks noGrp="1"/>
          </p:cNvSpPr>
          <p:nvPr>
            <p:ph type="ftr" sz="quarter" idx="11"/>
          </p:nvPr>
        </p:nvSpPr>
        <p:spPr/>
        <p:txBody>
          <a:bodyPr/>
          <a:lstStyle/>
          <a:p>
            <a:r>
              <a:rPr lang="en-US"/>
              <a:t>Thái độ sống 1</a:t>
            </a:r>
          </a:p>
        </p:txBody>
      </p:sp>
      <p:sp>
        <p:nvSpPr>
          <p:cNvPr id="6" name="Chỗ dành sẵn cho Số hiệu Bản chiếu 5"/>
          <p:cNvSpPr>
            <a:spLocks noGrp="1"/>
          </p:cNvSpPr>
          <p:nvPr>
            <p:ph type="sldNum" sz="quarter" idx="12"/>
          </p:nvPr>
        </p:nvSpPr>
        <p:spPr/>
        <p:txBody>
          <a:bodyPr/>
          <a:lstStyle/>
          <a:p>
            <a:fld id="{834D4818-6796-4B66-8B01-9A038EBF407C}" type="slidenum">
              <a:rPr lang="en-US" smtClean="0"/>
              <a:t>‹#›</a:t>
            </a:fld>
            <a:endParaRPr lang="en-US"/>
          </a:p>
        </p:txBody>
      </p:sp>
    </p:spTree>
    <p:extLst>
      <p:ext uri="{BB962C8B-B14F-4D97-AF65-F5344CB8AC3E}">
        <p14:creationId xmlns:p14="http://schemas.microsoft.com/office/powerpoint/2010/main" val="4812754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p:cNvSpPr>
            <a:spLocks noGrp="1"/>
          </p:cNvSpPr>
          <p:nvPr>
            <p:ph type="title" hasCustomPrompt="1"/>
          </p:nvPr>
        </p:nvSpPr>
        <p:spPr/>
        <p:txBody>
          <a:bodyPr/>
          <a:lstStyle/>
          <a:p>
            <a:r>
              <a:rPr lang="vi-VN"/>
              <a:t>Bấm để sửa kiểu tiêu đề Bản cái</a:t>
            </a:r>
            <a:endParaRPr lang="en-US"/>
          </a:p>
        </p:txBody>
      </p:sp>
      <p:sp>
        <p:nvSpPr>
          <p:cNvPr id="3" name="Chỗ dành sẵn cho Nội dung 2"/>
          <p:cNvSpPr>
            <a:spLocks noGrp="1"/>
          </p:cNvSpPr>
          <p:nvPr>
            <p:ph sz="half" idx="1" hasCustomPrompt="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p:cNvSpPr>
            <a:spLocks noGrp="1"/>
          </p:cNvSpPr>
          <p:nvPr>
            <p:ph sz="half" idx="2" hasCustomPrompt="1"/>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p:cNvSpPr>
            <a:spLocks noGrp="1"/>
          </p:cNvSpPr>
          <p:nvPr>
            <p:ph type="dt" sz="half" idx="10"/>
          </p:nvPr>
        </p:nvSpPr>
        <p:spPr/>
        <p:txBody>
          <a:bodyPr/>
          <a:lstStyle/>
          <a:p>
            <a:r>
              <a:rPr lang="en-US"/>
              <a:t>6/25/2020</a:t>
            </a:r>
          </a:p>
        </p:txBody>
      </p:sp>
      <p:sp>
        <p:nvSpPr>
          <p:cNvPr id="6" name="Chỗ dành sẵn cho Chân trang 5"/>
          <p:cNvSpPr>
            <a:spLocks noGrp="1"/>
          </p:cNvSpPr>
          <p:nvPr>
            <p:ph type="ftr" sz="quarter" idx="11"/>
          </p:nvPr>
        </p:nvSpPr>
        <p:spPr/>
        <p:txBody>
          <a:bodyPr/>
          <a:lstStyle/>
          <a:p>
            <a:r>
              <a:rPr lang="en-US"/>
              <a:t>Thái độ sống 1</a:t>
            </a:r>
          </a:p>
        </p:txBody>
      </p:sp>
      <p:sp>
        <p:nvSpPr>
          <p:cNvPr id="7" name="Chỗ dành sẵn cho Số hiệu Bản chiếu 6"/>
          <p:cNvSpPr>
            <a:spLocks noGrp="1"/>
          </p:cNvSpPr>
          <p:nvPr>
            <p:ph type="sldNum" sz="quarter" idx="12"/>
          </p:nvPr>
        </p:nvSpPr>
        <p:spPr/>
        <p:txBody>
          <a:bodyPr/>
          <a:lstStyle/>
          <a:p>
            <a:fld id="{834D4818-6796-4B66-8B01-9A038EBF407C}" type="slidenum">
              <a:rPr lang="en-US" smtClean="0"/>
              <a:t>‹#›</a:t>
            </a:fld>
            <a:endParaRPr lang="en-US"/>
          </a:p>
        </p:txBody>
      </p:sp>
    </p:spTree>
    <p:extLst>
      <p:ext uri="{BB962C8B-B14F-4D97-AF65-F5344CB8AC3E}">
        <p14:creationId xmlns:p14="http://schemas.microsoft.com/office/powerpoint/2010/main" val="23614888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p:cNvSpPr>
            <a:spLocks noGrp="1"/>
          </p:cNvSpPr>
          <p:nvPr>
            <p:ph type="title" hasCustomPrompt="1"/>
          </p:nvPr>
        </p:nvSpPr>
        <p:spPr>
          <a:xfrm>
            <a:off x="839788" y="365127"/>
            <a:ext cx="10515600" cy="1325563"/>
          </a:xfrm>
        </p:spPr>
        <p:txBody>
          <a:bodyPr/>
          <a:lstStyle/>
          <a:p>
            <a:r>
              <a:rPr lang="vi-VN"/>
              <a:t>Bấm để sửa kiểu tiêu đề Bản cái</a:t>
            </a:r>
            <a:endParaRPr lang="en-US"/>
          </a:p>
        </p:txBody>
      </p:sp>
      <p:sp>
        <p:nvSpPr>
          <p:cNvPr id="3" name="Chỗ dành sẵn cho Văn bản 2"/>
          <p:cNvSpPr>
            <a:spLocks noGrp="1"/>
          </p:cNvSpPr>
          <p:nvPr>
            <p:ph type="body" idx="1" hasCustomPrompt="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a:t>Bấm để chỉnh sửa kiểu văn bản của Bản cái</a:t>
            </a:r>
          </a:p>
        </p:txBody>
      </p:sp>
      <p:sp>
        <p:nvSpPr>
          <p:cNvPr id="4" name="Chỗ dành sẵn cho Nội dung 3"/>
          <p:cNvSpPr>
            <a:spLocks noGrp="1"/>
          </p:cNvSpPr>
          <p:nvPr>
            <p:ph sz="half" idx="2" hasCustomPrompt="1"/>
          </p:nvPr>
        </p:nvSpPr>
        <p:spPr>
          <a:xfrm>
            <a:off x="839789"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p:cNvSpPr>
            <a:spLocks noGrp="1"/>
          </p:cNvSpPr>
          <p:nvPr>
            <p:ph type="body" sz="quarter" idx="3" hasCustomPrompt="1"/>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a:t>Bấm để chỉnh sửa kiểu văn bản của Bản cái</a:t>
            </a:r>
          </a:p>
        </p:txBody>
      </p:sp>
      <p:sp>
        <p:nvSpPr>
          <p:cNvPr id="6" name="Chỗ dành sẵn cho Nội dung 5"/>
          <p:cNvSpPr>
            <a:spLocks noGrp="1"/>
          </p:cNvSpPr>
          <p:nvPr>
            <p:ph sz="quarter" idx="4" hasCustomPrompt="1"/>
          </p:nvPr>
        </p:nvSpPr>
        <p:spPr>
          <a:xfrm>
            <a:off x="6172201"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p:cNvSpPr>
            <a:spLocks noGrp="1"/>
          </p:cNvSpPr>
          <p:nvPr>
            <p:ph type="dt" sz="half" idx="10"/>
          </p:nvPr>
        </p:nvSpPr>
        <p:spPr/>
        <p:txBody>
          <a:bodyPr/>
          <a:lstStyle/>
          <a:p>
            <a:r>
              <a:rPr lang="en-US"/>
              <a:t>6/25/2020</a:t>
            </a:r>
          </a:p>
        </p:txBody>
      </p:sp>
      <p:sp>
        <p:nvSpPr>
          <p:cNvPr id="8" name="Chỗ dành sẵn cho Chân trang 7"/>
          <p:cNvSpPr>
            <a:spLocks noGrp="1"/>
          </p:cNvSpPr>
          <p:nvPr>
            <p:ph type="ftr" sz="quarter" idx="11"/>
          </p:nvPr>
        </p:nvSpPr>
        <p:spPr/>
        <p:txBody>
          <a:bodyPr/>
          <a:lstStyle/>
          <a:p>
            <a:r>
              <a:rPr lang="en-US"/>
              <a:t>Thái độ sống 1</a:t>
            </a:r>
          </a:p>
        </p:txBody>
      </p:sp>
      <p:sp>
        <p:nvSpPr>
          <p:cNvPr id="9" name="Chỗ dành sẵn cho Số hiệu Bản chiếu 8"/>
          <p:cNvSpPr>
            <a:spLocks noGrp="1"/>
          </p:cNvSpPr>
          <p:nvPr>
            <p:ph type="sldNum" sz="quarter" idx="12"/>
          </p:nvPr>
        </p:nvSpPr>
        <p:spPr/>
        <p:txBody>
          <a:bodyPr/>
          <a:lstStyle/>
          <a:p>
            <a:fld id="{834D4818-6796-4B66-8B01-9A038EBF407C}" type="slidenum">
              <a:rPr lang="en-US" smtClean="0"/>
              <a:t>‹#›</a:t>
            </a:fld>
            <a:endParaRPr lang="en-US"/>
          </a:p>
        </p:txBody>
      </p:sp>
    </p:spTree>
    <p:extLst>
      <p:ext uri="{BB962C8B-B14F-4D97-AF65-F5344CB8AC3E}">
        <p14:creationId xmlns:p14="http://schemas.microsoft.com/office/powerpoint/2010/main" val="4021033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p:cNvSpPr>
            <a:spLocks noGrp="1"/>
          </p:cNvSpPr>
          <p:nvPr>
            <p:ph type="title" hasCustomPrompt="1"/>
          </p:nvPr>
        </p:nvSpPr>
        <p:spPr/>
        <p:txBody>
          <a:bodyPr/>
          <a:lstStyle/>
          <a:p>
            <a:r>
              <a:rPr lang="vi-VN"/>
              <a:t>Bấm để sửa kiểu tiêu đề Bản cái</a:t>
            </a:r>
            <a:endParaRPr lang="en-US"/>
          </a:p>
        </p:txBody>
      </p:sp>
      <p:sp>
        <p:nvSpPr>
          <p:cNvPr id="3" name="Chỗ dành sẵn cho Ngày tháng 2"/>
          <p:cNvSpPr>
            <a:spLocks noGrp="1"/>
          </p:cNvSpPr>
          <p:nvPr>
            <p:ph type="dt" sz="half" idx="10"/>
          </p:nvPr>
        </p:nvSpPr>
        <p:spPr/>
        <p:txBody>
          <a:bodyPr/>
          <a:lstStyle/>
          <a:p>
            <a:r>
              <a:rPr lang="en-US"/>
              <a:t>6/25/2020</a:t>
            </a:r>
          </a:p>
        </p:txBody>
      </p:sp>
      <p:sp>
        <p:nvSpPr>
          <p:cNvPr id="4" name="Chỗ dành sẵn cho Chân trang 3"/>
          <p:cNvSpPr>
            <a:spLocks noGrp="1"/>
          </p:cNvSpPr>
          <p:nvPr>
            <p:ph type="ftr" sz="quarter" idx="11"/>
          </p:nvPr>
        </p:nvSpPr>
        <p:spPr/>
        <p:txBody>
          <a:bodyPr/>
          <a:lstStyle/>
          <a:p>
            <a:r>
              <a:rPr lang="en-US"/>
              <a:t>Thái độ sống 1</a:t>
            </a:r>
          </a:p>
        </p:txBody>
      </p:sp>
      <p:sp>
        <p:nvSpPr>
          <p:cNvPr id="5" name="Chỗ dành sẵn cho Số hiệu Bản chiếu 4"/>
          <p:cNvSpPr>
            <a:spLocks noGrp="1"/>
          </p:cNvSpPr>
          <p:nvPr>
            <p:ph type="sldNum" sz="quarter" idx="12"/>
          </p:nvPr>
        </p:nvSpPr>
        <p:spPr/>
        <p:txBody>
          <a:bodyPr/>
          <a:lstStyle/>
          <a:p>
            <a:fld id="{834D4818-6796-4B66-8B01-9A038EBF407C}" type="slidenum">
              <a:rPr lang="en-US" smtClean="0"/>
              <a:t>‹#›</a:t>
            </a:fld>
            <a:endParaRPr lang="en-US"/>
          </a:p>
        </p:txBody>
      </p:sp>
    </p:spTree>
    <p:extLst>
      <p:ext uri="{BB962C8B-B14F-4D97-AF65-F5344CB8AC3E}">
        <p14:creationId xmlns:p14="http://schemas.microsoft.com/office/powerpoint/2010/main" val="9321607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p:cNvSpPr>
            <a:spLocks noGrp="1"/>
          </p:cNvSpPr>
          <p:nvPr>
            <p:ph type="dt" sz="half" idx="10"/>
          </p:nvPr>
        </p:nvSpPr>
        <p:spPr/>
        <p:txBody>
          <a:bodyPr/>
          <a:lstStyle/>
          <a:p>
            <a:r>
              <a:rPr lang="en-US"/>
              <a:t>6/25/2020</a:t>
            </a:r>
          </a:p>
        </p:txBody>
      </p:sp>
      <p:sp>
        <p:nvSpPr>
          <p:cNvPr id="3" name="Chỗ dành sẵn cho Chân trang 2"/>
          <p:cNvSpPr>
            <a:spLocks noGrp="1"/>
          </p:cNvSpPr>
          <p:nvPr>
            <p:ph type="ftr" sz="quarter" idx="11"/>
          </p:nvPr>
        </p:nvSpPr>
        <p:spPr/>
        <p:txBody>
          <a:bodyPr/>
          <a:lstStyle/>
          <a:p>
            <a:r>
              <a:rPr lang="en-US"/>
              <a:t>Thái độ sống 1</a:t>
            </a:r>
          </a:p>
        </p:txBody>
      </p:sp>
      <p:sp>
        <p:nvSpPr>
          <p:cNvPr id="4" name="Chỗ dành sẵn cho Số hiệu Bản chiếu 3"/>
          <p:cNvSpPr>
            <a:spLocks noGrp="1"/>
          </p:cNvSpPr>
          <p:nvPr>
            <p:ph type="sldNum" sz="quarter" idx="12"/>
          </p:nvPr>
        </p:nvSpPr>
        <p:spPr/>
        <p:txBody>
          <a:bodyPr/>
          <a:lstStyle/>
          <a:p>
            <a:fld id="{834D4818-6796-4B66-8B01-9A038EBF407C}" type="slidenum">
              <a:rPr lang="en-US" smtClean="0"/>
              <a:t>‹#›</a:t>
            </a:fld>
            <a:endParaRPr lang="en-US"/>
          </a:p>
        </p:txBody>
      </p:sp>
    </p:spTree>
    <p:extLst>
      <p:ext uri="{BB962C8B-B14F-4D97-AF65-F5344CB8AC3E}">
        <p14:creationId xmlns:p14="http://schemas.microsoft.com/office/powerpoint/2010/main" val="21418831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p:cNvSpPr>
            <a:spLocks noGrp="1"/>
          </p:cNvSpPr>
          <p:nvPr>
            <p:ph type="title" hasCustomPrompt="1"/>
          </p:nvPr>
        </p:nvSpPr>
        <p:spPr>
          <a:xfrm>
            <a:off x="839788" y="457200"/>
            <a:ext cx="3932237" cy="1600200"/>
          </a:xfrm>
        </p:spPr>
        <p:txBody>
          <a:bodyPr anchor="b"/>
          <a:lstStyle>
            <a:lvl1pPr>
              <a:defRPr sz="2400"/>
            </a:lvl1pPr>
          </a:lstStyle>
          <a:p>
            <a:r>
              <a:rPr lang="vi-VN"/>
              <a:t>Bấm để sửa kiểu tiêu đề Bản cái</a:t>
            </a:r>
            <a:endParaRPr lang="en-US"/>
          </a:p>
        </p:txBody>
      </p:sp>
      <p:sp>
        <p:nvSpPr>
          <p:cNvPr id="3" name="Chỗ dành sẵn cho Nội dung 2"/>
          <p:cNvSpPr>
            <a:spLocks noGrp="1"/>
          </p:cNvSpPr>
          <p:nvPr>
            <p:ph idx="1" hasCustomPrompt="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p:cNvSpPr>
            <a:spLocks noGrp="1"/>
          </p:cNvSpPr>
          <p:nvPr>
            <p:ph type="body" sz="half" idx="2" hasCustomPrompt="1"/>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vi-VN"/>
              <a:t>Bấm để chỉnh sửa kiểu văn bản của Bản cái</a:t>
            </a:r>
          </a:p>
        </p:txBody>
      </p:sp>
      <p:sp>
        <p:nvSpPr>
          <p:cNvPr id="5" name="Chỗ dành sẵn cho Ngày tháng 4"/>
          <p:cNvSpPr>
            <a:spLocks noGrp="1"/>
          </p:cNvSpPr>
          <p:nvPr>
            <p:ph type="dt" sz="half" idx="10"/>
          </p:nvPr>
        </p:nvSpPr>
        <p:spPr/>
        <p:txBody>
          <a:bodyPr/>
          <a:lstStyle/>
          <a:p>
            <a:r>
              <a:rPr lang="en-US"/>
              <a:t>6/25/2020</a:t>
            </a:r>
          </a:p>
        </p:txBody>
      </p:sp>
      <p:sp>
        <p:nvSpPr>
          <p:cNvPr id="6" name="Chỗ dành sẵn cho Chân trang 5"/>
          <p:cNvSpPr>
            <a:spLocks noGrp="1"/>
          </p:cNvSpPr>
          <p:nvPr>
            <p:ph type="ftr" sz="quarter" idx="11"/>
          </p:nvPr>
        </p:nvSpPr>
        <p:spPr/>
        <p:txBody>
          <a:bodyPr/>
          <a:lstStyle/>
          <a:p>
            <a:r>
              <a:rPr lang="en-US"/>
              <a:t>Thái độ sống 1</a:t>
            </a:r>
          </a:p>
        </p:txBody>
      </p:sp>
      <p:sp>
        <p:nvSpPr>
          <p:cNvPr id="7" name="Chỗ dành sẵn cho Số hiệu Bản chiếu 6"/>
          <p:cNvSpPr>
            <a:spLocks noGrp="1"/>
          </p:cNvSpPr>
          <p:nvPr>
            <p:ph type="sldNum" sz="quarter" idx="12"/>
          </p:nvPr>
        </p:nvSpPr>
        <p:spPr/>
        <p:txBody>
          <a:bodyPr/>
          <a:lstStyle/>
          <a:p>
            <a:fld id="{834D4818-6796-4B66-8B01-9A038EBF407C}" type="slidenum">
              <a:rPr lang="en-US" smtClean="0"/>
              <a:t>‹#›</a:t>
            </a:fld>
            <a:endParaRPr lang="en-US"/>
          </a:p>
        </p:txBody>
      </p:sp>
    </p:spTree>
    <p:extLst>
      <p:ext uri="{BB962C8B-B14F-4D97-AF65-F5344CB8AC3E}">
        <p14:creationId xmlns:p14="http://schemas.microsoft.com/office/powerpoint/2010/main" val="5198851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p:cNvSpPr>
            <a:spLocks noGrp="1"/>
          </p:cNvSpPr>
          <p:nvPr>
            <p:ph type="title" hasCustomPrompt="1"/>
          </p:nvPr>
        </p:nvSpPr>
        <p:spPr>
          <a:xfrm>
            <a:off x="839788" y="457200"/>
            <a:ext cx="3932237" cy="1600200"/>
          </a:xfrm>
        </p:spPr>
        <p:txBody>
          <a:bodyPr anchor="b"/>
          <a:lstStyle>
            <a:lvl1pPr>
              <a:defRPr sz="2400"/>
            </a:lvl1pPr>
          </a:lstStyle>
          <a:p>
            <a:r>
              <a:rPr lang="vi-VN"/>
              <a:t>Bấm để sửa kiểu tiêu đề Bản cái</a:t>
            </a:r>
            <a:endParaRPr lang="en-US"/>
          </a:p>
        </p:txBody>
      </p:sp>
      <p:sp>
        <p:nvSpPr>
          <p:cNvPr id="3" name="Chỗ dành sẵn cho Hình ảnh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Chỗ dành sẵn cho Văn bản 3"/>
          <p:cNvSpPr>
            <a:spLocks noGrp="1"/>
          </p:cNvSpPr>
          <p:nvPr>
            <p:ph type="body" sz="half" idx="2" hasCustomPrompt="1"/>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vi-VN"/>
              <a:t>Bấm để chỉnh sửa kiểu văn bản của Bản cái</a:t>
            </a:r>
          </a:p>
        </p:txBody>
      </p:sp>
      <p:sp>
        <p:nvSpPr>
          <p:cNvPr id="5" name="Chỗ dành sẵn cho Ngày tháng 4"/>
          <p:cNvSpPr>
            <a:spLocks noGrp="1"/>
          </p:cNvSpPr>
          <p:nvPr>
            <p:ph type="dt" sz="half" idx="10"/>
          </p:nvPr>
        </p:nvSpPr>
        <p:spPr/>
        <p:txBody>
          <a:bodyPr/>
          <a:lstStyle/>
          <a:p>
            <a:r>
              <a:rPr lang="en-US"/>
              <a:t>6/25/2020</a:t>
            </a:r>
          </a:p>
        </p:txBody>
      </p:sp>
      <p:sp>
        <p:nvSpPr>
          <p:cNvPr id="6" name="Chỗ dành sẵn cho Chân trang 5"/>
          <p:cNvSpPr>
            <a:spLocks noGrp="1"/>
          </p:cNvSpPr>
          <p:nvPr>
            <p:ph type="ftr" sz="quarter" idx="11"/>
          </p:nvPr>
        </p:nvSpPr>
        <p:spPr/>
        <p:txBody>
          <a:bodyPr/>
          <a:lstStyle/>
          <a:p>
            <a:r>
              <a:rPr lang="en-US"/>
              <a:t>Thái độ sống 1</a:t>
            </a:r>
          </a:p>
        </p:txBody>
      </p:sp>
      <p:sp>
        <p:nvSpPr>
          <p:cNvPr id="7" name="Chỗ dành sẵn cho Số hiệu Bản chiếu 6"/>
          <p:cNvSpPr>
            <a:spLocks noGrp="1"/>
          </p:cNvSpPr>
          <p:nvPr>
            <p:ph type="sldNum" sz="quarter" idx="12"/>
          </p:nvPr>
        </p:nvSpPr>
        <p:spPr/>
        <p:txBody>
          <a:bodyPr/>
          <a:lstStyle/>
          <a:p>
            <a:fld id="{834D4818-6796-4B66-8B01-9A038EBF407C}" type="slidenum">
              <a:rPr lang="en-US" smtClean="0"/>
              <a:t>‹#›</a:t>
            </a:fld>
            <a:endParaRPr lang="en-US"/>
          </a:p>
        </p:txBody>
      </p:sp>
    </p:spTree>
    <p:extLst>
      <p:ext uri="{BB962C8B-B14F-4D97-AF65-F5344CB8AC3E}">
        <p14:creationId xmlns:p14="http://schemas.microsoft.com/office/powerpoint/2010/main" val="41394474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p:cNvSpPr>
            <a:spLocks noGrp="1"/>
          </p:cNvSpPr>
          <p:nvPr>
            <p:ph type="title" hasCustomPrompt="1"/>
          </p:nvPr>
        </p:nvSpPr>
        <p:spPr/>
        <p:txBody>
          <a:bodyPr/>
          <a:lstStyle/>
          <a:p>
            <a:r>
              <a:rPr lang="vi-VN"/>
              <a:t>Bấm để sửa kiểu tiêu đề Bản cái</a:t>
            </a:r>
            <a:endParaRPr lang="en-US"/>
          </a:p>
        </p:txBody>
      </p:sp>
      <p:sp>
        <p:nvSpPr>
          <p:cNvPr id="3" name="Chỗ dành sẵn cho Văn bản Dọc 2"/>
          <p:cNvSpPr>
            <a:spLocks noGrp="1"/>
          </p:cNvSpPr>
          <p:nvPr>
            <p:ph type="body" orient="vert" idx="1" hasCustomPrompt="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p:cNvSpPr>
            <a:spLocks noGrp="1"/>
          </p:cNvSpPr>
          <p:nvPr>
            <p:ph type="dt" sz="half" idx="10"/>
          </p:nvPr>
        </p:nvSpPr>
        <p:spPr/>
        <p:txBody>
          <a:bodyPr/>
          <a:lstStyle/>
          <a:p>
            <a:r>
              <a:rPr lang="en-US"/>
              <a:t>6/25/2020</a:t>
            </a:r>
          </a:p>
        </p:txBody>
      </p:sp>
      <p:sp>
        <p:nvSpPr>
          <p:cNvPr id="5" name="Chỗ dành sẵn cho Chân trang 4"/>
          <p:cNvSpPr>
            <a:spLocks noGrp="1"/>
          </p:cNvSpPr>
          <p:nvPr>
            <p:ph type="ftr" sz="quarter" idx="11"/>
          </p:nvPr>
        </p:nvSpPr>
        <p:spPr/>
        <p:txBody>
          <a:bodyPr/>
          <a:lstStyle/>
          <a:p>
            <a:r>
              <a:rPr lang="en-US"/>
              <a:t>Thái độ sống 1</a:t>
            </a:r>
          </a:p>
        </p:txBody>
      </p:sp>
      <p:sp>
        <p:nvSpPr>
          <p:cNvPr id="6" name="Chỗ dành sẵn cho Số hiệu Bản chiếu 5"/>
          <p:cNvSpPr>
            <a:spLocks noGrp="1"/>
          </p:cNvSpPr>
          <p:nvPr>
            <p:ph type="sldNum" sz="quarter" idx="12"/>
          </p:nvPr>
        </p:nvSpPr>
        <p:spPr/>
        <p:txBody>
          <a:bodyPr/>
          <a:lstStyle/>
          <a:p>
            <a:fld id="{834D4818-6796-4B66-8B01-9A038EBF407C}" type="slidenum">
              <a:rPr lang="en-US" smtClean="0"/>
              <a:t>‹#›</a:t>
            </a:fld>
            <a:endParaRPr lang="en-US"/>
          </a:p>
        </p:txBody>
      </p:sp>
    </p:spTree>
    <p:extLst>
      <p:ext uri="{BB962C8B-B14F-4D97-AF65-F5344CB8AC3E}">
        <p14:creationId xmlns:p14="http://schemas.microsoft.com/office/powerpoint/2010/main" val="40354421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p:cNvSpPr>
            <a:spLocks noGrp="1"/>
          </p:cNvSpPr>
          <p:nvPr>
            <p:ph type="title" orient="vert" hasCustomPrompt="1"/>
          </p:nvPr>
        </p:nvSpPr>
        <p:spPr>
          <a:xfrm>
            <a:off x="8724901" y="365125"/>
            <a:ext cx="2628900" cy="5811838"/>
          </a:xfrm>
        </p:spPr>
        <p:txBody>
          <a:bodyPr vert="eaVert"/>
          <a:lstStyle/>
          <a:p>
            <a:r>
              <a:rPr lang="vi-VN"/>
              <a:t>Bấm để sửa kiểu tiêu đề Bản cái</a:t>
            </a:r>
            <a:endParaRPr lang="en-US"/>
          </a:p>
        </p:txBody>
      </p:sp>
      <p:sp>
        <p:nvSpPr>
          <p:cNvPr id="3" name="Chỗ dành sẵn cho Văn bản Dọc 2"/>
          <p:cNvSpPr>
            <a:spLocks noGrp="1"/>
          </p:cNvSpPr>
          <p:nvPr>
            <p:ph type="body" orient="vert" idx="1" hasCustomPrompt="1"/>
          </p:nvPr>
        </p:nvSpPr>
        <p:spPr>
          <a:xfrm>
            <a:off x="838201"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p:cNvSpPr>
            <a:spLocks noGrp="1"/>
          </p:cNvSpPr>
          <p:nvPr>
            <p:ph type="dt" sz="half" idx="10"/>
          </p:nvPr>
        </p:nvSpPr>
        <p:spPr/>
        <p:txBody>
          <a:bodyPr/>
          <a:lstStyle/>
          <a:p>
            <a:r>
              <a:rPr lang="en-US"/>
              <a:t>6/25/2020</a:t>
            </a:r>
          </a:p>
        </p:txBody>
      </p:sp>
      <p:sp>
        <p:nvSpPr>
          <p:cNvPr id="5" name="Chỗ dành sẵn cho Chân trang 4"/>
          <p:cNvSpPr>
            <a:spLocks noGrp="1"/>
          </p:cNvSpPr>
          <p:nvPr>
            <p:ph type="ftr" sz="quarter" idx="11"/>
          </p:nvPr>
        </p:nvSpPr>
        <p:spPr/>
        <p:txBody>
          <a:bodyPr/>
          <a:lstStyle/>
          <a:p>
            <a:r>
              <a:rPr lang="en-US"/>
              <a:t>Thái độ sống 1</a:t>
            </a:r>
          </a:p>
        </p:txBody>
      </p:sp>
      <p:sp>
        <p:nvSpPr>
          <p:cNvPr id="6" name="Chỗ dành sẵn cho Số hiệu Bản chiếu 5"/>
          <p:cNvSpPr>
            <a:spLocks noGrp="1"/>
          </p:cNvSpPr>
          <p:nvPr>
            <p:ph type="sldNum" sz="quarter" idx="12"/>
          </p:nvPr>
        </p:nvSpPr>
        <p:spPr/>
        <p:txBody>
          <a:bodyPr/>
          <a:lstStyle/>
          <a:p>
            <a:fld id="{834D4818-6796-4B66-8B01-9A038EBF407C}" type="slidenum">
              <a:rPr lang="en-US" smtClean="0"/>
              <a:t>‹#›</a:t>
            </a:fld>
            <a:endParaRPr lang="en-US"/>
          </a:p>
        </p:txBody>
      </p:sp>
    </p:spTree>
    <p:extLst>
      <p:ext uri="{BB962C8B-B14F-4D97-AF65-F5344CB8AC3E}">
        <p14:creationId xmlns:p14="http://schemas.microsoft.com/office/powerpoint/2010/main" val="4118206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Chân trang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Thái độ sống 1</a:t>
            </a:r>
          </a:p>
        </p:txBody>
      </p:sp>
      <p:sp>
        <p:nvSpPr>
          <p:cNvPr id="6" name="Chỗ dành sẵn cho Số hiệu Bản chiế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4D4818-6796-4B66-8B01-9A038EBF407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6/25/2020</a:t>
            </a:r>
          </a:p>
        </p:txBody>
      </p:sp>
      <p:sp>
        <p:nvSpPr>
          <p:cNvPr id="5" name="Chỗ dành sẵn cho Chân trang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Thái độ sống 1</a:t>
            </a:r>
          </a:p>
        </p:txBody>
      </p:sp>
      <p:sp>
        <p:nvSpPr>
          <p:cNvPr id="6" name="Chỗ dành sẵn cho Số hiệu Bản chiếu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34D4818-6796-4B66-8B01-9A038EBF407C}" type="slidenum">
              <a:rPr lang="en-US" smtClean="0"/>
              <a:t>‹#›</a:t>
            </a:fld>
            <a:endParaRPr lang="en-US"/>
          </a:p>
        </p:txBody>
      </p:sp>
    </p:spTree>
    <p:extLst>
      <p:ext uri="{BB962C8B-B14F-4D97-AF65-F5344CB8AC3E}">
        <p14:creationId xmlns:p14="http://schemas.microsoft.com/office/powerpoint/2010/main" val="7699617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5163575" y="5612130"/>
            <a:ext cx="2348720" cy="300082"/>
          </a:xfrm>
          <a:prstGeom prst="rect">
            <a:avLst/>
          </a:prstGeom>
          <a:noFill/>
        </p:spPr>
        <p:txBody>
          <a:bodyPr wrap="none" rtlCol="0" anchor="t">
            <a:spAutoFit/>
          </a:bodyPr>
          <a:lstStyle/>
          <a:p>
            <a:pPr algn="ctr" defTabSz="685800">
              <a:defRPr/>
            </a:pPr>
            <a:r>
              <a:rPr lang="en-US" sz="1350" b="1" kern="0" dirty="0">
                <a:solidFill>
                  <a:prstClr val="white"/>
                </a:solidFill>
                <a:latin typeface="Times New Roman" panose="02020603050405020304" pitchFamily="18" charset="0"/>
                <a:ea typeface="Times New Roman" panose="02020603050405020304" pitchFamily="18" charset="0"/>
                <a:cs typeface="Times New Roman" panose="02020603050405020304" pitchFamily="18" charset="0"/>
                <a:sym typeface="+mn-ea"/>
              </a:rPr>
              <a:t>Module: THÁI ĐỘ SỐNG 01</a:t>
            </a:r>
          </a:p>
        </p:txBody>
      </p:sp>
      <p:sp>
        <p:nvSpPr>
          <p:cNvPr id="6" name="Footer Placeholder 3">
            <a:extLst>
              <a:ext uri="{FF2B5EF4-FFF2-40B4-BE49-F238E27FC236}">
                <a16:creationId xmlns:a16="http://schemas.microsoft.com/office/drawing/2014/main" id="{5623F260-3CDE-476C-B319-7F4FB79A0044}"/>
              </a:ext>
            </a:extLst>
          </p:cNvPr>
          <p:cNvSpPr>
            <a:spLocks noGrp="1"/>
          </p:cNvSpPr>
          <p:nvPr>
            <p:ph type="ftr" sz="quarter" idx="11"/>
          </p:nvPr>
        </p:nvSpPr>
        <p:spPr>
          <a:xfrm>
            <a:off x="4038600" y="6356350"/>
            <a:ext cx="4114800" cy="365125"/>
          </a:xfrm>
        </p:spPr>
        <p:txBody>
          <a:bodyPr/>
          <a:lstStyle/>
          <a:p>
            <a:r>
              <a:rPr lang="en-US" sz="1200" dirty="0" err="1"/>
              <a:t>Thái</a:t>
            </a:r>
            <a:r>
              <a:rPr lang="en-US" sz="1200" dirty="0"/>
              <a:t> </a:t>
            </a:r>
            <a:r>
              <a:rPr lang="en-US" sz="1200" dirty="0" err="1"/>
              <a:t>độ</a:t>
            </a:r>
            <a:r>
              <a:rPr lang="en-US" sz="1200" dirty="0"/>
              <a:t> </a:t>
            </a:r>
            <a:r>
              <a:rPr lang="en-US" sz="1200" dirty="0" err="1"/>
              <a:t>sống</a:t>
            </a:r>
            <a:r>
              <a:rPr lang="en-US" sz="1200" dirty="0"/>
              <a:t> 2</a:t>
            </a:r>
          </a:p>
        </p:txBody>
      </p:sp>
      <p:sp>
        <p:nvSpPr>
          <p:cNvPr id="10" name="Tiêu đề 1">
            <a:extLst>
              <a:ext uri="{FF2B5EF4-FFF2-40B4-BE49-F238E27FC236}">
                <a16:creationId xmlns:a16="http://schemas.microsoft.com/office/drawing/2014/main" id="{CDB5216E-3221-4764-BB4A-ECDB21864798}"/>
              </a:ext>
            </a:extLst>
          </p:cNvPr>
          <p:cNvSpPr>
            <a:spLocks noGrp="1"/>
          </p:cNvSpPr>
          <p:nvPr>
            <p:ph type="title"/>
          </p:nvPr>
        </p:nvSpPr>
        <p:spPr>
          <a:xfrm>
            <a:off x="1304925" y="211137"/>
            <a:ext cx="10515600" cy="874713"/>
          </a:xfrm>
        </p:spPr>
        <p:txBody>
          <a:bodyPr>
            <a:normAutofit/>
          </a:bodyPr>
          <a:lstStyle/>
          <a:p>
            <a:pPr algn="ctr"/>
            <a:r>
              <a:rPr lang="en-US" sz="2800" b="1" dirty="0">
                <a:latin typeface="Times New Roman" panose="02020603050405020304" pitchFamily="18" charset="0"/>
                <a:cs typeface="Times New Roman" panose="02020603050405020304" pitchFamily="18" charset="0"/>
              </a:rPr>
              <a:t>TR</a:t>
            </a:r>
            <a:r>
              <a:rPr lang="vi-VN" sz="2800" b="1" dirty="0">
                <a:latin typeface="Times New Roman" panose="02020603050405020304" pitchFamily="18" charset="0"/>
                <a:cs typeface="Times New Roman" panose="02020603050405020304" pitchFamily="18" charset="0"/>
              </a:rPr>
              <a:t>Ư</a:t>
            </a:r>
            <a:r>
              <a:rPr lang="en-US" sz="2800" b="1" dirty="0">
                <a:latin typeface="Times New Roman" panose="02020603050405020304" pitchFamily="18" charset="0"/>
                <a:cs typeface="Times New Roman" panose="02020603050405020304" pitchFamily="18" charset="0"/>
              </a:rPr>
              <a:t>ỜNG ĐẠI HỌC TÔN ĐỨC THẮNG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PHÒNG CÔNG TÁC HỌC SINH </a:t>
            </a:r>
            <a:r>
              <a:rPr lang="en-US" sz="2800" dirty="0" err="1">
                <a:latin typeface="Times New Roman" panose="02020603050405020304" pitchFamily="18" charset="0"/>
                <a:cs typeface="Times New Roman" panose="02020603050405020304" pitchFamily="18" charset="0"/>
              </a:rPr>
              <a:t>SINH</a:t>
            </a:r>
            <a:r>
              <a:rPr lang="en-US" sz="2800" dirty="0">
                <a:latin typeface="Times New Roman" panose="02020603050405020304" pitchFamily="18" charset="0"/>
                <a:cs typeface="Times New Roman" panose="02020603050405020304" pitchFamily="18" charset="0"/>
              </a:rPr>
              <a:t> VIÊN</a:t>
            </a:r>
          </a:p>
        </p:txBody>
      </p:sp>
      <p:sp>
        <p:nvSpPr>
          <p:cNvPr id="11" name="Chỗ dành sẵn cho Nội dung 2">
            <a:extLst>
              <a:ext uri="{FF2B5EF4-FFF2-40B4-BE49-F238E27FC236}">
                <a16:creationId xmlns:a16="http://schemas.microsoft.com/office/drawing/2014/main" id="{70FA6E97-BEA7-464F-8B28-D3145E034D01}"/>
              </a:ext>
            </a:extLst>
          </p:cNvPr>
          <p:cNvSpPr>
            <a:spLocks noGrp="1"/>
          </p:cNvSpPr>
          <p:nvPr>
            <p:ph idx="1"/>
          </p:nvPr>
        </p:nvSpPr>
        <p:spPr>
          <a:xfrm>
            <a:off x="498680" y="1474149"/>
            <a:ext cx="11321845" cy="2212948"/>
          </a:xfrm>
        </p:spPr>
        <p:txBody>
          <a:bodyPr>
            <a:normAutofit/>
          </a:bodyPr>
          <a:lstStyle/>
          <a:p>
            <a:pPr marL="0" indent="0" algn="ctr">
              <a:buNone/>
            </a:pPr>
            <a:r>
              <a:rPr lang="en-US" sz="4800" b="1" dirty="0">
                <a:latin typeface="Times New Roman" panose="02020603050405020304" pitchFamily="18" charset="0"/>
                <a:cs typeface="Times New Roman" panose="02020603050405020304" pitchFamily="18" charset="0"/>
              </a:rPr>
              <a:t>BÁO CÁO KẾT QUẢ THỰC HÀNH</a:t>
            </a:r>
          </a:p>
          <a:p>
            <a:pPr marL="0" indent="0" algn="ctr">
              <a:buNone/>
            </a:pPr>
            <a:r>
              <a:rPr lang="en-US" sz="4000" dirty="0" err="1">
                <a:latin typeface="Times New Roman" panose="02020603050405020304" pitchFamily="18" charset="0"/>
                <a:cs typeface="Times New Roman" panose="02020603050405020304" pitchFamily="18" charset="0"/>
              </a:rPr>
              <a:t>Môn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Thái</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độ</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sống</a:t>
            </a:r>
            <a:r>
              <a:rPr lang="en-US" sz="4000" dirty="0">
                <a:latin typeface="Times New Roman" panose="02020603050405020304" pitchFamily="18" charset="0"/>
                <a:cs typeface="Times New Roman" panose="02020603050405020304" pitchFamily="18" charset="0"/>
              </a:rPr>
              <a:t> 2</a:t>
            </a:r>
          </a:p>
          <a:p>
            <a:pPr marL="0" indent="0" algn="ctr">
              <a:buNone/>
            </a:pPr>
            <a:r>
              <a:rPr lang="en-US" sz="4000" dirty="0" err="1">
                <a:latin typeface="Times New Roman" panose="02020603050405020304" pitchFamily="18" charset="0"/>
                <a:cs typeface="Times New Roman" panose="02020603050405020304" pitchFamily="18" charset="0"/>
              </a:rPr>
              <a:t>Mã</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môn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học</a:t>
            </a:r>
            <a:r>
              <a:rPr lang="en-US" sz="4000" dirty="0">
                <a:latin typeface="Times New Roman" panose="02020603050405020304" pitchFamily="18" charset="0"/>
                <a:cs typeface="Times New Roman" panose="02020603050405020304" pitchFamily="18" charset="0"/>
              </a:rPr>
              <a:t>: L00033</a:t>
            </a:r>
          </a:p>
          <a:p>
            <a:pPr marL="0" indent="0" algn="ctr">
              <a:buNone/>
            </a:pPr>
            <a:endParaRPr lang="en-US" sz="5400" dirty="0">
              <a:latin typeface="Times New Roman" panose="02020603050405020304" pitchFamily="18" charset="0"/>
              <a:cs typeface="Times New Roman" panose="02020603050405020304" pitchFamily="18" charset="0"/>
            </a:endParaRPr>
          </a:p>
          <a:p>
            <a:pPr marL="0" indent="0" algn="ctr">
              <a:buNone/>
            </a:pPr>
            <a:endParaRPr lang="en-US" sz="5400" dirty="0">
              <a:latin typeface="Times New Roman" panose="02020603050405020304" pitchFamily="18" charset="0"/>
              <a:cs typeface="Times New Roman" panose="02020603050405020304" pitchFamily="18" charset="0"/>
            </a:endParaRPr>
          </a:p>
        </p:txBody>
      </p:sp>
      <p:sp>
        <p:nvSpPr>
          <p:cNvPr id="12" name="Chỗ dành sẵn cho Nội dung 2">
            <a:extLst>
              <a:ext uri="{FF2B5EF4-FFF2-40B4-BE49-F238E27FC236}">
                <a16:creationId xmlns:a16="http://schemas.microsoft.com/office/drawing/2014/main" id="{59CEF62D-5A09-435C-818C-ECB37E51ED04}"/>
              </a:ext>
            </a:extLst>
          </p:cNvPr>
          <p:cNvSpPr txBox="1">
            <a:spLocks/>
          </p:cNvSpPr>
          <p:nvPr/>
        </p:nvSpPr>
        <p:spPr>
          <a:xfrm>
            <a:off x="317090" y="3755103"/>
            <a:ext cx="11321845" cy="221294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err="1">
                <a:latin typeface="Times New Roman" panose="02020603050405020304" pitchFamily="18" charset="0"/>
                <a:cs typeface="Times New Roman" panose="02020603050405020304" pitchFamily="18" charset="0"/>
              </a:rPr>
              <a:t>Họ</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tên</a:t>
            </a:r>
            <a:r>
              <a:rPr lang="en-US">
                <a:latin typeface="Times New Roman" panose="02020603050405020304" pitchFamily="18" charset="0"/>
                <a:cs typeface="Times New Roman" panose="02020603050405020304" pitchFamily="18" charset="0"/>
              </a:rPr>
              <a:t>: Đặng Hữu Gia Huân</a:t>
            </a:r>
            <a:endParaRPr lang="en-US"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r>
              <a:rPr lang="en-US" dirty="0">
                <a:latin typeface="Times New Roman" panose="02020603050405020304" pitchFamily="18" charset="0"/>
                <a:cs typeface="Times New Roman" panose="02020603050405020304" pitchFamily="18" charset="0"/>
              </a:rPr>
              <a:t>MSSV</a:t>
            </a:r>
            <a:r>
              <a:rPr lang="en-US">
                <a:latin typeface="Times New Roman" panose="02020603050405020304" pitchFamily="18" charset="0"/>
                <a:cs typeface="Times New Roman" panose="02020603050405020304" pitchFamily="18" charset="0"/>
              </a:rPr>
              <a:t>:  52300105	</a:t>
            </a:r>
            <a:endParaRPr lang="en-US"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r>
              <a:rPr lang="en-US" err="1">
                <a:latin typeface="Times New Roman" panose="02020603050405020304" pitchFamily="18" charset="0"/>
                <a:cs typeface="Times New Roman" panose="02020603050405020304" pitchFamily="18" charset="0"/>
              </a:rPr>
              <a:t>Lớp</a:t>
            </a:r>
            <a:r>
              <a:rPr lang="en-US">
                <a:latin typeface="Times New Roman" panose="02020603050405020304" pitchFamily="18" charset="0"/>
                <a:cs typeface="Times New Roman" panose="02020603050405020304" pitchFamily="18" charset="0"/>
              </a:rPr>
              <a:t>: 23050301</a:t>
            </a:r>
            <a:endParaRPr lang="en-US"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r>
              <a:rPr lang="en-US">
                <a:latin typeface="Times New Roman" panose="02020603050405020304" pitchFamily="18" charset="0"/>
                <a:cs typeface="Times New Roman" panose="02020603050405020304" pitchFamily="18" charset="0"/>
              </a:rPr>
              <a:t>Khoa: Công nghệ thông tin</a:t>
            </a:r>
            <a:endParaRPr lang="en-US"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r>
              <a:rPr lang="en-US" dirty="0" err="1">
                <a:latin typeface="Times New Roman" panose="02020603050405020304" pitchFamily="18" charset="0"/>
                <a:cs typeface="Times New Roman" panose="02020603050405020304" pitchFamily="18" charset="0"/>
              </a:rPr>
              <a:t>Mã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nhóm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r>
              <a:rPr lang="en-US">
                <a:latin typeface="Times New Roman" panose="02020603050405020304" pitchFamily="18" charset="0"/>
                <a:cs typeface="Times New Roman" panose="02020603050405020304" pitchFamily="18" charset="0"/>
              </a:rPr>
              <a:t>:  10</a:t>
            </a:r>
            <a:endParaRPr lang="en-US"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US"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9616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title"/>
          </p:nvPr>
        </p:nvSpPr>
        <p:spPr>
          <a:xfrm>
            <a:off x="2494227" y="508262"/>
            <a:ext cx="7886700" cy="656035"/>
          </a:xfrm>
        </p:spPr>
        <p:txBody>
          <a:bodyPr>
            <a:normAutofit/>
          </a:bodyPr>
          <a:lstStyle/>
          <a:p>
            <a:pPr algn="ctr"/>
            <a:r>
              <a:rPr lang="en-US" sz="3600" b="1"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3600" b="1" kern="0" dirty="0" err="1">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rPr>
              <a:t>Yêu</a:t>
            </a:r>
            <a:r>
              <a:rPr lang="en-US" sz="3600" b="1"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3600" b="1" kern="0" dirty="0" err="1">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rPr>
              <a:t>cầu</a:t>
            </a:r>
            <a:r>
              <a:rPr lang="en-US" sz="3600" b="1"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3600" b="1" kern="0" dirty="0" err="1">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rPr>
              <a:t>về</a:t>
            </a:r>
            <a:r>
              <a:rPr lang="en-US" sz="3600" b="1"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3600" b="1" kern="0" dirty="0" err="1">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rPr>
              <a:t>nội</a:t>
            </a:r>
            <a:r>
              <a:rPr lang="en-US" sz="3600" b="1"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rPr>
              <a:t> dung </a:t>
            </a:r>
            <a:r>
              <a:rPr lang="en-US" sz="3600" b="1" kern="0" dirty="0" err="1">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rPr>
              <a:t>báo</a:t>
            </a:r>
            <a:r>
              <a:rPr lang="en-US" sz="3600" b="1"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3600" b="1" kern="0" dirty="0" err="1">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rPr>
              <a:t>cáo</a:t>
            </a:r>
            <a:endParaRPr lang="en-US" sz="3600" b="1"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3" name="Chỗ dành sẵn cho Nội dung 2"/>
          <p:cNvSpPr>
            <a:spLocks noGrp="1"/>
          </p:cNvSpPr>
          <p:nvPr>
            <p:ph idx="1"/>
          </p:nvPr>
        </p:nvSpPr>
        <p:spPr>
          <a:xfrm>
            <a:off x="529547" y="1545440"/>
            <a:ext cx="11132905" cy="3622552"/>
          </a:xfrm>
        </p:spPr>
        <p:txBody>
          <a:bodyPr>
            <a:noAutofit/>
          </a:bodyPr>
          <a:lstStyle/>
          <a:p>
            <a:pPr marL="0" indent="0" algn="just">
              <a:lnSpc>
                <a:spcPct val="150000"/>
              </a:lnSpc>
              <a:spcBef>
                <a:spcPts val="0"/>
              </a:spcBef>
              <a:buNone/>
            </a:pPr>
            <a:r>
              <a:rPr lang="vi-VN" sz="2500" dirty="0">
                <a:latin typeface="Times New Roman (Headings)"/>
              </a:rPr>
              <a:t>- </a:t>
            </a:r>
            <a:r>
              <a:rPr lang="en-US" sz="2500" dirty="0" err="1">
                <a:latin typeface="Times New Roman (Headings)"/>
              </a:rPr>
              <a:t>Lập</a:t>
            </a:r>
            <a:r>
              <a:rPr lang="en-US" sz="2500" dirty="0">
                <a:latin typeface="Times New Roman (Headings)"/>
              </a:rPr>
              <a:t> </a:t>
            </a:r>
            <a:r>
              <a:rPr lang="en-US" sz="2500" dirty="0" err="1">
                <a:latin typeface="Times New Roman (Headings)"/>
              </a:rPr>
              <a:t>kế</a:t>
            </a:r>
            <a:r>
              <a:rPr lang="en-US" sz="2500" dirty="0">
                <a:latin typeface="Times New Roman (Headings)"/>
              </a:rPr>
              <a:t> </a:t>
            </a:r>
            <a:r>
              <a:rPr lang="en-US" sz="2500" dirty="0" err="1">
                <a:latin typeface="Times New Roman (Headings)"/>
              </a:rPr>
              <a:t>hoạch</a:t>
            </a:r>
            <a:r>
              <a:rPr lang="en-US" sz="2500" dirty="0">
                <a:latin typeface="Times New Roman (Headings)"/>
              </a:rPr>
              <a:t> </a:t>
            </a:r>
            <a:r>
              <a:rPr lang="en-US" sz="2500" dirty="0" err="1">
                <a:latin typeface="Times New Roman (Headings)"/>
              </a:rPr>
              <a:t>cho</a:t>
            </a:r>
            <a:r>
              <a:rPr lang="en-US" sz="2500" dirty="0">
                <a:latin typeface="Times New Roman (Headings)"/>
              </a:rPr>
              <a:t> </a:t>
            </a:r>
            <a:r>
              <a:rPr lang="en-US" sz="2500" dirty="0" err="1">
                <a:latin typeface="Times New Roman (Headings)"/>
              </a:rPr>
              <a:t>tối</a:t>
            </a:r>
            <a:r>
              <a:rPr lang="en-US" sz="2500" dirty="0">
                <a:latin typeface="Times New Roman (Headings)"/>
              </a:rPr>
              <a:t> </a:t>
            </a:r>
            <a:r>
              <a:rPr lang="en-US" sz="2500" dirty="0" err="1">
                <a:latin typeface="Times New Roman (Headings)"/>
              </a:rPr>
              <a:t>thiểu</a:t>
            </a:r>
            <a:r>
              <a:rPr lang="en-US" sz="2500" dirty="0">
                <a:latin typeface="Times New Roman (Headings)"/>
              </a:rPr>
              <a:t> 21 </a:t>
            </a:r>
            <a:r>
              <a:rPr lang="en-US" sz="2500" dirty="0" err="1">
                <a:latin typeface="Times New Roman (Headings)"/>
              </a:rPr>
              <a:t>ngày</a:t>
            </a:r>
            <a:r>
              <a:rPr lang="en-US" sz="2500" dirty="0">
                <a:latin typeface="Times New Roman (Headings)"/>
              </a:rPr>
              <a:t> </a:t>
            </a:r>
            <a:r>
              <a:rPr lang="en-US" sz="2500" dirty="0" err="1">
                <a:latin typeface="Times New Roman (Headings)"/>
              </a:rPr>
              <a:t>thực</a:t>
            </a:r>
            <a:r>
              <a:rPr lang="en-US" sz="2500" dirty="0">
                <a:latin typeface="Times New Roman (Headings)"/>
              </a:rPr>
              <a:t> </a:t>
            </a:r>
            <a:r>
              <a:rPr lang="en-US" sz="2500" dirty="0" err="1">
                <a:latin typeface="Times New Roman (Headings)"/>
              </a:rPr>
              <a:t>hiện</a:t>
            </a:r>
            <a:r>
              <a:rPr lang="en-US" sz="2500" dirty="0">
                <a:latin typeface="Times New Roman (Headings)"/>
              </a:rPr>
              <a:t> </a:t>
            </a:r>
            <a:r>
              <a:rPr lang="en-US" sz="2500" dirty="0" err="1">
                <a:latin typeface="Times New Roman (Headings)"/>
              </a:rPr>
              <a:t>lòng</a:t>
            </a:r>
            <a:r>
              <a:rPr lang="en-US" sz="2500" dirty="0">
                <a:latin typeface="Times New Roman (Headings)"/>
              </a:rPr>
              <a:t> </a:t>
            </a:r>
            <a:r>
              <a:rPr lang="en-US" sz="2500" dirty="0" err="1">
                <a:latin typeface="Times New Roman (Headings)"/>
              </a:rPr>
              <a:t>biết</a:t>
            </a:r>
            <a:r>
              <a:rPr lang="en-US" sz="2500" dirty="0">
                <a:latin typeface="Times New Roman (Headings)"/>
              </a:rPr>
              <a:t> </a:t>
            </a:r>
            <a:r>
              <a:rPr lang="vi-VN" sz="2500" dirty="0">
                <a:latin typeface="Times New Roman (Headings)"/>
              </a:rPr>
              <a:t>ơ</a:t>
            </a:r>
            <a:r>
              <a:rPr lang="en-US" sz="2500" dirty="0">
                <a:latin typeface="Times New Roman (Headings)"/>
              </a:rPr>
              <a:t>n (</a:t>
            </a:r>
            <a:r>
              <a:rPr lang="vi-VN" sz="2500" dirty="0">
                <a:latin typeface="Times New Roman (Headings)"/>
              </a:rPr>
              <a:t>Gợi ý: </a:t>
            </a:r>
            <a:r>
              <a:rPr lang="en-US" sz="2500" dirty="0" err="1">
                <a:latin typeface="Times New Roman (Headings)"/>
              </a:rPr>
              <a:t>biết</a:t>
            </a:r>
            <a:r>
              <a:rPr lang="en-US" sz="2500" dirty="0">
                <a:latin typeface="Times New Roman (Headings)"/>
              </a:rPr>
              <a:t> </a:t>
            </a:r>
            <a:r>
              <a:rPr lang="vi-VN" sz="2500" dirty="0">
                <a:latin typeface="Times New Roman (Headings)"/>
              </a:rPr>
              <a:t>ơ</a:t>
            </a:r>
            <a:r>
              <a:rPr lang="en-US" sz="2500" dirty="0">
                <a:latin typeface="Times New Roman (Headings)"/>
              </a:rPr>
              <a:t>n c</a:t>
            </a:r>
            <a:r>
              <a:rPr lang="vi-VN" sz="2500" dirty="0">
                <a:latin typeface="Times New Roman (Headings)"/>
              </a:rPr>
              <a:t>ơ</a:t>
            </a:r>
            <a:r>
              <a:rPr lang="en-US" sz="2500" dirty="0">
                <a:latin typeface="Times New Roman (Headings)"/>
              </a:rPr>
              <a:t> </a:t>
            </a:r>
            <a:r>
              <a:rPr lang="en-US" sz="2500" dirty="0" err="1">
                <a:latin typeface="Times New Roman (Headings)"/>
              </a:rPr>
              <a:t>thể</a:t>
            </a:r>
            <a:r>
              <a:rPr lang="en-US" sz="2500" dirty="0">
                <a:latin typeface="Times New Roman (Headings)"/>
              </a:rPr>
              <a:t>, </a:t>
            </a:r>
            <a:r>
              <a:rPr lang="en-US" sz="2500" dirty="0" err="1">
                <a:latin typeface="Times New Roman (Headings)"/>
              </a:rPr>
              <a:t>các</a:t>
            </a:r>
            <a:r>
              <a:rPr lang="en-US" sz="2500" dirty="0">
                <a:latin typeface="Times New Roman (Headings)"/>
              </a:rPr>
              <a:t> </a:t>
            </a:r>
            <a:r>
              <a:rPr lang="en-US" sz="2500" dirty="0" err="1">
                <a:latin typeface="Times New Roman (Headings)"/>
              </a:rPr>
              <a:t>giác</a:t>
            </a:r>
            <a:r>
              <a:rPr lang="en-US" sz="2500" dirty="0">
                <a:latin typeface="Times New Roman (Headings)"/>
              </a:rPr>
              <a:t> </a:t>
            </a:r>
            <a:r>
              <a:rPr lang="en-US" sz="2500" dirty="0" err="1">
                <a:latin typeface="Times New Roman (Headings)"/>
              </a:rPr>
              <a:t>quan</a:t>
            </a:r>
            <a:r>
              <a:rPr lang="en-US" sz="2500" dirty="0">
                <a:latin typeface="Times New Roman (Headings)"/>
              </a:rPr>
              <a:t>; </a:t>
            </a:r>
            <a:r>
              <a:rPr lang="en-US" sz="2500" dirty="0" err="1">
                <a:latin typeface="Times New Roman (Headings)"/>
              </a:rPr>
              <a:t>biết</a:t>
            </a:r>
            <a:r>
              <a:rPr lang="en-US" sz="2500" dirty="0">
                <a:latin typeface="Times New Roman (Headings)"/>
              </a:rPr>
              <a:t> </a:t>
            </a:r>
            <a:r>
              <a:rPr lang="vi-VN" sz="2500" dirty="0">
                <a:latin typeface="Times New Roman (Headings)"/>
              </a:rPr>
              <a:t>ơ</a:t>
            </a:r>
            <a:r>
              <a:rPr lang="en-US" sz="2500" dirty="0">
                <a:latin typeface="Times New Roman (Headings)"/>
              </a:rPr>
              <a:t>n ng</a:t>
            </a:r>
            <a:r>
              <a:rPr lang="vi-VN" sz="2500" dirty="0">
                <a:latin typeface="Times New Roman (Headings)"/>
              </a:rPr>
              <a:t>ư</a:t>
            </a:r>
            <a:r>
              <a:rPr lang="en-US" sz="2500" dirty="0" err="1">
                <a:latin typeface="Times New Roman (Headings)"/>
              </a:rPr>
              <a:t>ời</a:t>
            </a:r>
            <a:r>
              <a:rPr lang="en-US" sz="2500" dirty="0">
                <a:latin typeface="Times New Roman (Headings)"/>
              </a:rPr>
              <a:t> </a:t>
            </a:r>
            <a:r>
              <a:rPr lang="en-US" sz="2500" dirty="0" err="1">
                <a:latin typeface="Times New Roman (Headings)"/>
              </a:rPr>
              <a:t>thân</a:t>
            </a:r>
            <a:r>
              <a:rPr lang="en-US" sz="2500" dirty="0">
                <a:latin typeface="Times New Roman (Headings)"/>
              </a:rPr>
              <a:t>, </a:t>
            </a:r>
            <a:r>
              <a:rPr lang="en-US" sz="2500" dirty="0" err="1">
                <a:latin typeface="Times New Roman (Headings)"/>
              </a:rPr>
              <a:t>bạn</a:t>
            </a:r>
            <a:r>
              <a:rPr lang="en-US" sz="2500" dirty="0">
                <a:latin typeface="Times New Roman (Headings)"/>
              </a:rPr>
              <a:t> </a:t>
            </a:r>
            <a:r>
              <a:rPr lang="en-US" sz="2500" dirty="0" err="1">
                <a:latin typeface="Times New Roman (Headings)"/>
              </a:rPr>
              <a:t>bè</a:t>
            </a:r>
            <a:r>
              <a:rPr lang="en-US" sz="2500" dirty="0">
                <a:latin typeface="Times New Roman (Headings)"/>
              </a:rPr>
              <a:t>; </a:t>
            </a:r>
            <a:r>
              <a:rPr lang="en-US" sz="2500" dirty="0" err="1">
                <a:latin typeface="Times New Roman (Headings)"/>
              </a:rPr>
              <a:t>những</a:t>
            </a:r>
            <a:r>
              <a:rPr lang="en-US" sz="2500" dirty="0">
                <a:latin typeface="Times New Roman (Headings)"/>
              </a:rPr>
              <a:t> </a:t>
            </a:r>
            <a:r>
              <a:rPr lang="en-US" sz="2500" dirty="0" err="1">
                <a:latin typeface="Times New Roman (Headings)"/>
              </a:rPr>
              <a:t>điều</a:t>
            </a:r>
            <a:r>
              <a:rPr lang="en-US" sz="2500" dirty="0">
                <a:latin typeface="Times New Roman (Headings)"/>
              </a:rPr>
              <a:t> </a:t>
            </a:r>
            <a:r>
              <a:rPr lang="en-US" sz="2500" dirty="0" err="1">
                <a:latin typeface="Times New Roman (Headings)"/>
              </a:rPr>
              <a:t>tốt</a:t>
            </a:r>
            <a:r>
              <a:rPr lang="en-US" sz="2500" dirty="0">
                <a:latin typeface="Times New Roman (Headings)"/>
              </a:rPr>
              <a:t> </a:t>
            </a:r>
            <a:r>
              <a:rPr lang="en-US" sz="2500" dirty="0" err="1">
                <a:latin typeface="Times New Roman (Headings)"/>
              </a:rPr>
              <a:t>đẹp</a:t>
            </a:r>
            <a:r>
              <a:rPr lang="en-US" sz="2500" dirty="0">
                <a:latin typeface="Times New Roman (Headings)"/>
              </a:rPr>
              <a:t> </a:t>
            </a:r>
            <a:r>
              <a:rPr lang="en-US" sz="2500" dirty="0" err="1">
                <a:latin typeface="Times New Roman (Headings)"/>
              </a:rPr>
              <a:t>khác</a:t>
            </a:r>
            <a:r>
              <a:rPr lang="vi-VN" sz="2500" dirty="0">
                <a:latin typeface="Times New Roman (Headings)"/>
              </a:rPr>
              <a:t> …)</a:t>
            </a:r>
            <a:endParaRPr lang="en-US" sz="2500" dirty="0">
              <a:latin typeface="Times New Roman (Headings)"/>
            </a:endParaRPr>
          </a:p>
          <a:p>
            <a:pPr marL="0" indent="0" algn="just">
              <a:lnSpc>
                <a:spcPct val="150000"/>
              </a:lnSpc>
              <a:spcBef>
                <a:spcPts val="0"/>
              </a:spcBef>
              <a:buNone/>
            </a:pPr>
            <a:r>
              <a:rPr lang="en-US" sz="2500" dirty="0">
                <a:latin typeface="Times New Roman (Headings)"/>
              </a:rPr>
              <a:t>- T</a:t>
            </a:r>
            <a:r>
              <a:rPr lang="vi-VN" sz="2500" dirty="0">
                <a:latin typeface="Times New Roman (Headings)"/>
              </a:rPr>
              <a:t>hực h</a:t>
            </a:r>
            <a:r>
              <a:rPr lang="en-US" sz="2500" dirty="0" err="1">
                <a:latin typeface="Times New Roman (Headings)"/>
              </a:rPr>
              <a:t>ành</a:t>
            </a:r>
            <a:r>
              <a:rPr lang="en-US" sz="2500" dirty="0">
                <a:latin typeface="Times New Roman (Headings)"/>
              </a:rPr>
              <a:t> </a:t>
            </a:r>
            <a:r>
              <a:rPr lang="en-US" sz="2500" dirty="0" err="1">
                <a:latin typeface="Times New Roman (Headings)"/>
              </a:rPr>
              <a:t>biết</a:t>
            </a:r>
            <a:r>
              <a:rPr lang="en-US" sz="2500" dirty="0">
                <a:latin typeface="Times New Roman (Headings)"/>
              </a:rPr>
              <a:t> </a:t>
            </a:r>
            <a:r>
              <a:rPr lang="vi-VN" sz="2500" dirty="0">
                <a:latin typeface="Times New Roman (Headings)"/>
              </a:rPr>
              <a:t>ơ</a:t>
            </a:r>
            <a:r>
              <a:rPr lang="en-US" sz="2500" dirty="0">
                <a:latin typeface="Times New Roman (Headings)"/>
              </a:rPr>
              <a:t>n</a:t>
            </a:r>
            <a:r>
              <a:rPr lang="vi-VN" sz="2500" dirty="0">
                <a:latin typeface="Times New Roman (Headings)"/>
              </a:rPr>
              <a:t> mỗi ngày</a:t>
            </a:r>
            <a:r>
              <a:rPr lang="en-US" sz="2500" dirty="0">
                <a:latin typeface="Times New Roman (Headings)"/>
              </a:rPr>
              <a:t> </a:t>
            </a:r>
            <a:r>
              <a:rPr lang="en-US" sz="2500" dirty="0" err="1">
                <a:latin typeface="Times New Roman (Headings)"/>
              </a:rPr>
              <a:t>theo</a:t>
            </a:r>
            <a:r>
              <a:rPr lang="en-US" sz="2500" dirty="0">
                <a:latin typeface="Times New Roman (Headings)"/>
              </a:rPr>
              <a:t> </a:t>
            </a:r>
            <a:r>
              <a:rPr lang="en-US" sz="2500" dirty="0" err="1">
                <a:latin typeface="Times New Roman (Headings)"/>
              </a:rPr>
              <a:t>kế</a:t>
            </a:r>
            <a:r>
              <a:rPr lang="en-US" sz="2500" dirty="0">
                <a:latin typeface="Times New Roman (Headings)"/>
              </a:rPr>
              <a:t> </a:t>
            </a:r>
            <a:r>
              <a:rPr lang="en-US" sz="2500" dirty="0" err="1">
                <a:latin typeface="Times New Roman (Headings)"/>
              </a:rPr>
              <a:t>hoạch</a:t>
            </a:r>
            <a:r>
              <a:rPr lang="en-US" sz="2500" dirty="0">
                <a:latin typeface="Times New Roman (Headings)"/>
              </a:rPr>
              <a:t> </a:t>
            </a:r>
            <a:r>
              <a:rPr lang="en-US" sz="2500" dirty="0" err="1">
                <a:latin typeface="Times New Roman (Headings)"/>
              </a:rPr>
              <a:t>đã</a:t>
            </a:r>
            <a:r>
              <a:rPr lang="en-US" sz="2500" dirty="0">
                <a:latin typeface="Times New Roman (Headings)"/>
              </a:rPr>
              <a:t> </a:t>
            </a:r>
            <a:r>
              <a:rPr lang="en-US" sz="2500" dirty="0" err="1">
                <a:latin typeface="Times New Roman (Headings)"/>
              </a:rPr>
              <a:t>lập</a:t>
            </a:r>
            <a:r>
              <a:rPr lang="en-US" sz="2500" dirty="0">
                <a:latin typeface="Times New Roman (Headings)"/>
              </a:rPr>
              <a:t>.</a:t>
            </a:r>
          </a:p>
          <a:p>
            <a:pPr algn="just">
              <a:lnSpc>
                <a:spcPct val="150000"/>
              </a:lnSpc>
              <a:spcBef>
                <a:spcPts val="0"/>
              </a:spcBef>
              <a:buFontTx/>
              <a:buChar char="-"/>
            </a:pPr>
            <a:r>
              <a:rPr lang="vi-VN" sz="2500" dirty="0">
                <a:latin typeface="Times New Roman (Headings)"/>
              </a:rPr>
              <a:t>Ghi lại quá trình thực </a:t>
            </a:r>
            <a:r>
              <a:rPr lang="en-US" sz="2500" dirty="0" err="1">
                <a:latin typeface="Times New Roman (Headings)"/>
              </a:rPr>
              <a:t>hành</a:t>
            </a:r>
            <a:r>
              <a:rPr lang="en-US" sz="2500" dirty="0">
                <a:latin typeface="Times New Roman (Headings)"/>
              </a:rPr>
              <a:t> </a:t>
            </a:r>
            <a:r>
              <a:rPr lang="en-US" sz="2500" dirty="0" err="1">
                <a:latin typeface="Times New Roman (Headings)"/>
              </a:rPr>
              <a:t>biết</a:t>
            </a:r>
            <a:r>
              <a:rPr lang="en-US" sz="2500" dirty="0">
                <a:latin typeface="Times New Roman (Headings)"/>
              </a:rPr>
              <a:t> </a:t>
            </a:r>
            <a:r>
              <a:rPr lang="vi-VN" sz="2500" dirty="0">
                <a:latin typeface="Times New Roman (Headings)"/>
              </a:rPr>
              <a:t>ơ</a:t>
            </a:r>
            <a:r>
              <a:rPr lang="en-US" sz="2500" dirty="0">
                <a:latin typeface="Times New Roman (Headings)"/>
              </a:rPr>
              <a:t>n </a:t>
            </a:r>
            <a:r>
              <a:rPr lang="vi-VN" sz="2500" dirty="0">
                <a:latin typeface="Times New Roman (Headings)"/>
              </a:rPr>
              <a:t>để hoàn thành bài báo cáo môn học. Sinh viên ghi dưới dạng nhật kí bằng hình ảnh </a:t>
            </a:r>
            <a:r>
              <a:rPr lang="en-US" sz="2500" dirty="0" err="1">
                <a:latin typeface="Times New Roman (Headings)"/>
              </a:rPr>
              <a:t>và</a:t>
            </a:r>
            <a:r>
              <a:rPr lang="vi-VN" sz="2500" dirty="0">
                <a:latin typeface="Times New Roman (Headings)"/>
              </a:rPr>
              <a:t> ngôn ngữ, chú ý tập trung vào: hành động mình đã thực hiệ</a:t>
            </a:r>
            <a:r>
              <a:rPr lang="en-US" sz="2500" dirty="0">
                <a:latin typeface="Times New Roman (Headings)"/>
              </a:rPr>
              <a:t>n;</a:t>
            </a:r>
            <a:r>
              <a:rPr lang="vi-VN" sz="2500" dirty="0">
                <a:latin typeface="Times New Roman (Headings)"/>
              </a:rPr>
              <a:t> cảm xúc, suy nghĩ của mình khi thực hiện các hành vi này. </a:t>
            </a:r>
            <a:endParaRPr lang="en-US" sz="2500" dirty="0">
              <a:latin typeface="Times New Roman (Headings)"/>
            </a:endParaRPr>
          </a:p>
          <a:p>
            <a:pPr marL="0" lvl="0" indent="0" algn="just">
              <a:lnSpc>
                <a:spcPct val="150000"/>
              </a:lnSpc>
              <a:spcBef>
                <a:spcPts val="0"/>
              </a:spcBef>
              <a:buNone/>
            </a:pPr>
            <a:r>
              <a:rPr lang="en-US" sz="2500" dirty="0">
                <a:latin typeface="Times New Roman (Headings)"/>
              </a:rPr>
              <a:t>- </a:t>
            </a:r>
            <a:r>
              <a:rPr lang="vi-VN" sz="2500" dirty="0">
                <a:latin typeface="Times New Roman (Headings)"/>
              </a:rPr>
              <a:t>Đánh giá quá trình thực hiện rèn luyện hành vi. </a:t>
            </a:r>
          </a:p>
          <a:p>
            <a:pPr marL="0" lvl="0" indent="0" algn="just">
              <a:lnSpc>
                <a:spcPct val="150000"/>
              </a:lnSpc>
              <a:spcBef>
                <a:spcPts val="0"/>
              </a:spcBef>
              <a:buNone/>
            </a:pPr>
            <a:r>
              <a:rPr lang="en-US" sz="2500" dirty="0">
                <a:latin typeface="Times New Roman (Headings)"/>
                <a:cs typeface="Times New Roman" panose="02020603050405020304" pitchFamily="18" charset="0"/>
              </a:rPr>
              <a:t>- </a:t>
            </a:r>
            <a:r>
              <a:rPr lang="en-US" sz="2500" dirty="0" err="1">
                <a:latin typeface="Times New Roman (Headings)"/>
                <a:cs typeface="Times New Roman" panose="02020603050405020304" pitchFamily="18" charset="0"/>
              </a:rPr>
              <a:t>Thời</a:t>
            </a:r>
            <a:r>
              <a:rPr lang="en-US" sz="2500" dirty="0">
                <a:latin typeface="Times New Roman (Headings)"/>
                <a:cs typeface="Times New Roman" panose="02020603050405020304" pitchFamily="18" charset="0"/>
              </a:rPr>
              <a:t> </a:t>
            </a:r>
            <a:r>
              <a:rPr lang="en-US" sz="2500" dirty="0" err="1">
                <a:latin typeface="Times New Roman (Headings)"/>
                <a:cs typeface="Times New Roman" panose="02020603050405020304" pitchFamily="18" charset="0"/>
              </a:rPr>
              <a:t>gian</a:t>
            </a:r>
            <a:r>
              <a:rPr lang="en-US" sz="2500" dirty="0">
                <a:latin typeface="Times New Roman (Headings)"/>
                <a:cs typeface="Times New Roman" panose="02020603050405020304" pitchFamily="18" charset="0"/>
              </a:rPr>
              <a:t>: 4 </a:t>
            </a:r>
            <a:r>
              <a:rPr lang="en-US" sz="2500" dirty="0" err="1">
                <a:latin typeface="Times New Roman (Headings)"/>
                <a:cs typeface="Times New Roman" panose="02020603050405020304" pitchFamily="18" charset="0"/>
              </a:rPr>
              <a:t>tuần</a:t>
            </a:r>
            <a:endParaRPr lang="vi-VN" sz="2500" dirty="0">
              <a:latin typeface="Times New Roman (Headings)"/>
              <a:cs typeface="Times New Roman" panose="02020603050405020304" pitchFamily="18" charset="0"/>
            </a:endParaRPr>
          </a:p>
          <a:p>
            <a:pPr marL="0" indent="0" algn="just">
              <a:lnSpc>
                <a:spcPct val="150000"/>
              </a:lnSpc>
              <a:spcBef>
                <a:spcPts val="0"/>
              </a:spcBef>
              <a:buNone/>
            </a:pPr>
            <a:endParaRPr lang="en-US" sz="2500" b="1" u="sng" dirty="0">
              <a:latin typeface="Times New Roman (Headings)"/>
              <a:cs typeface="Times New Roman" panose="02020603050405020304" pitchFamily="18" charset="0"/>
            </a:endParaRPr>
          </a:p>
        </p:txBody>
      </p:sp>
      <p:sp>
        <p:nvSpPr>
          <p:cNvPr id="4" name="Text Box 3"/>
          <p:cNvSpPr txBox="1"/>
          <p:nvPr/>
        </p:nvSpPr>
        <p:spPr>
          <a:xfrm>
            <a:off x="5163575" y="5612130"/>
            <a:ext cx="2348720" cy="300082"/>
          </a:xfrm>
          <a:prstGeom prst="rect">
            <a:avLst/>
          </a:prstGeom>
          <a:noFill/>
        </p:spPr>
        <p:txBody>
          <a:bodyPr wrap="none" rtlCol="0" anchor="t">
            <a:spAutoFit/>
          </a:bodyPr>
          <a:lstStyle/>
          <a:p>
            <a:pPr algn="ctr" defTabSz="685800">
              <a:defRPr/>
            </a:pPr>
            <a:r>
              <a:rPr lang="en-US" sz="1350" b="1" kern="0" dirty="0">
                <a:solidFill>
                  <a:prstClr val="white"/>
                </a:solidFill>
                <a:latin typeface="Times New Roman" panose="02020603050405020304" pitchFamily="18" charset="0"/>
                <a:ea typeface="Times New Roman" panose="02020603050405020304" pitchFamily="18" charset="0"/>
                <a:cs typeface="Times New Roman" panose="02020603050405020304" pitchFamily="18" charset="0"/>
                <a:sym typeface="+mn-ea"/>
              </a:rPr>
              <a:t>Module: THÁI ĐỘ SỐNG 01</a:t>
            </a:r>
          </a:p>
        </p:txBody>
      </p:sp>
      <p:sp>
        <p:nvSpPr>
          <p:cNvPr id="6" name="Footer Placeholder 3">
            <a:extLst>
              <a:ext uri="{FF2B5EF4-FFF2-40B4-BE49-F238E27FC236}">
                <a16:creationId xmlns:a16="http://schemas.microsoft.com/office/drawing/2014/main" id="{5623F260-3CDE-476C-B319-7F4FB79A0044}"/>
              </a:ext>
            </a:extLst>
          </p:cNvPr>
          <p:cNvSpPr>
            <a:spLocks noGrp="1"/>
          </p:cNvSpPr>
          <p:nvPr>
            <p:ph type="ftr" sz="quarter" idx="11"/>
          </p:nvPr>
        </p:nvSpPr>
        <p:spPr>
          <a:xfrm>
            <a:off x="4038600" y="6356350"/>
            <a:ext cx="4114800" cy="365125"/>
          </a:xfrm>
        </p:spPr>
        <p:txBody>
          <a:bodyPr/>
          <a:lstStyle/>
          <a:p>
            <a:r>
              <a:rPr lang="en-US" sz="1200" dirty="0" err="1"/>
              <a:t>Thái</a:t>
            </a:r>
            <a:r>
              <a:rPr lang="en-US" sz="1200" dirty="0"/>
              <a:t> </a:t>
            </a:r>
            <a:r>
              <a:rPr lang="en-US" sz="1200" dirty="0" err="1"/>
              <a:t>độ</a:t>
            </a:r>
            <a:r>
              <a:rPr lang="en-US" sz="1200" dirty="0"/>
              <a:t> </a:t>
            </a:r>
            <a:r>
              <a:rPr lang="en-US" sz="1200" dirty="0" err="1"/>
              <a:t>sống</a:t>
            </a:r>
            <a:r>
              <a:rPr lang="en-US" sz="1200" dirty="0"/>
              <a:t> 2</a:t>
            </a:r>
          </a:p>
        </p:txBody>
      </p:sp>
    </p:spTree>
    <p:extLst>
      <p:ext uri="{BB962C8B-B14F-4D97-AF65-F5344CB8AC3E}">
        <p14:creationId xmlns:p14="http://schemas.microsoft.com/office/powerpoint/2010/main" val="2199551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2B36449-A9F9-4A13-BB5C-455FAE78FABF}"/>
              </a:ext>
            </a:extLst>
          </p:cNvPr>
          <p:cNvSpPr>
            <a:spLocks noGrp="1"/>
          </p:cNvSpPr>
          <p:nvPr>
            <p:ph type="ftr" sz="quarter" idx="11"/>
          </p:nvPr>
        </p:nvSpPr>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
        <p:nvSpPr>
          <p:cNvPr id="5" name="Title 1">
            <a:extLst>
              <a:ext uri="{FF2B5EF4-FFF2-40B4-BE49-F238E27FC236}">
                <a16:creationId xmlns:a16="http://schemas.microsoft.com/office/drawing/2014/main" id="{0C4E9AFB-F8FE-43C7-BADA-50EF63917FEF}"/>
              </a:ext>
            </a:extLst>
          </p:cNvPr>
          <p:cNvSpPr txBox="1">
            <a:spLocks/>
          </p:cNvSpPr>
          <p:nvPr/>
        </p:nvSpPr>
        <p:spPr>
          <a:xfrm>
            <a:off x="2251224" y="378954"/>
            <a:ext cx="8229600" cy="6858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r>
              <a:rPr lang="en-US" b="1" dirty="0" err="1">
                <a:solidFill>
                  <a:srgbClr val="FF0000"/>
                </a:solidFill>
                <a:latin typeface="Times New Roman" panose="02020603050405020304" pitchFamily="18" charset="0"/>
                <a:cs typeface="Times New Roman" panose="02020603050405020304" pitchFamily="18" charset="0"/>
              </a:rPr>
              <a:t>Yêu</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cầu</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về</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hình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báo</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cáo</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8CE772CB-6164-448F-8FBA-6A70B2C70EC2}"/>
              </a:ext>
            </a:extLst>
          </p:cNvPr>
          <p:cNvSpPr txBox="1">
            <a:spLocks/>
          </p:cNvSpPr>
          <p:nvPr/>
        </p:nvSpPr>
        <p:spPr>
          <a:xfrm>
            <a:off x="797799" y="1478996"/>
            <a:ext cx="11009621" cy="43572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800" dirty="0" err="1">
                <a:latin typeface="Times New Roman" panose="02020603050405020304" pitchFamily="18" charset="0"/>
                <a:cs typeface="Times New Roman" panose="02020603050405020304" pitchFamily="18" charset="0"/>
              </a:rPr>
              <a:t>Cú</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pháp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đặt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tên</a:t>
            </a:r>
            <a:r>
              <a:rPr lang="en-US" sz="2800">
                <a:latin typeface="Times New Roman" panose="02020603050405020304" pitchFamily="18" charset="0"/>
                <a:cs typeface="Times New Roman" panose="02020603050405020304" pitchFamily="18" charset="0"/>
              </a:rPr>
              <a:t> file </a:t>
            </a:r>
            <a:r>
              <a:rPr lang="en-US" sz="2800" dirty="0" err="1">
                <a:latin typeface="Times New Roman" panose="02020603050405020304" pitchFamily="18" charset="0"/>
                <a:cs typeface="Times New Roman" panose="02020603050405020304" pitchFamily="18" charset="0"/>
              </a:rPr>
              <a:t>báo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cáo</a:t>
            </a:r>
            <a:r>
              <a:rPr lang="en-US" sz="2800" dirty="0">
                <a:latin typeface="Times New Roman" panose="02020603050405020304" pitchFamily="18" charset="0"/>
                <a:cs typeface="Times New Roman" panose="02020603050405020304" pitchFamily="18" charset="0"/>
              </a:rPr>
              <a:t>:</a:t>
            </a:r>
          </a:p>
          <a:p>
            <a:pPr marL="0" indent="0">
              <a:lnSpc>
                <a:spcPct val="150000"/>
              </a:lnSpc>
              <a:buNone/>
            </a:pPr>
            <a:r>
              <a:rPr lang="en-US" sz="2800" b="1" dirty="0">
                <a:latin typeface="Times New Roman" panose="02020603050405020304" pitchFamily="18" charset="0"/>
                <a:cs typeface="Times New Roman" panose="02020603050405020304" pitchFamily="18" charset="0"/>
              </a:rPr>
              <a:t>L00033_MSSV_HovaTen</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(VD:L00033_32003214_NguyenVanA). </a:t>
            </a:r>
            <a:endParaRPr lang="en-US" sz="2800" dirty="0">
              <a:latin typeface="Times New Roman" panose="02020603050405020304" pitchFamily="18" charset="0"/>
              <a:cs typeface="Times New Roman" panose="02020603050405020304" pitchFamily="18" charset="0"/>
            </a:endParaRPr>
          </a:p>
          <a:p>
            <a:pPr>
              <a:lnSpc>
                <a:spcPct val="150000"/>
              </a:lnSpc>
            </a:pPr>
            <a:r>
              <a:rPr lang="en-US" sz="2800" dirty="0" err="1">
                <a:latin typeface="Times New Roman" panose="02020603050405020304" pitchFamily="18" charset="0"/>
                <a:cs typeface="Times New Roman" panose="02020603050405020304" pitchFamily="18" charset="0"/>
              </a:rPr>
              <a:t>Hình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thức</a:t>
            </a:r>
            <a:r>
              <a:rPr lang="en-US" sz="2800" dirty="0">
                <a:latin typeface="Times New Roman" panose="02020603050405020304" pitchFamily="18" charset="0"/>
                <a:cs typeface="Times New Roman" panose="02020603050405020304" pitchFamily="18" charset="0"/>
              </a:rPr>
              <a:t>: Theo </a:t>
            </a:r>
            <a:r>
              <a:rPr lang="en-US" sz="2800" dirty="0" err="1">
                <a:latin typeface="Times New Roman" panose="02020603050405020304" pitchFamily="18" charset="0"/>
                <a:cs typeface="Times New Roman" panose="02020603050405020304" pitchFamily="18" charset="0"/>
              </a:rPr>
              <a:t>mẫu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kèm</a:t>
            </a:r>
            <a:endParaRPr lang="en-US" sz="2800" dirty="0">
              <a:latin typeface="Times New Roman" panose="02020603050405020304" pitchFamily="18" charset="0"/>
              <a:cs typeface="Times New Roman" panose="02020603050405020304" pitchFamily="18" charset="0"/>
            </a:endParaRPr>
          </a:p>
          <a:p>
            <a:pPr>
              <a:lnSpc>
                <a:spcPct val="150000"/>
              </a:lnSpc>
            </a:pPr>
            <a:r>
              <a:rPr lang="en-US" sz="2800" dirty="0" err="1">
                <a:latin typeface="Times New Roman" panose="02020603050405020304" pitchFamily="18" charset="0"/>
                <a:cs typeface="Times New Roman" panose="02020603050405020304" pitchFamily="18" charset="0"/>
              </a:rPr>
              <a:t>Cách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thức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nộp</a:t>
            </a:r>
            <a:r>
              <a:rPr lang="en-US" sz="2800" dirty="0">
                <a:latin typeface="Times New Roman" panose="02020603050405020304" pitchFamily="18" charset="0"/>
                <a:cs typeface="Times New Roman" panose="02020603050405020304" pitchFamily="18" charset="0"/>
              </a:rPr>
              <a:t>: 01 file/ </a:t>
            </a:r>
            <a:r>
              <a:rPr lang="en-US" sz="2800" dirty="0" err="1">
                <a:latin typeface="Times New Roman" panose="02020603050405020304" pitchFamily="18" charset="0"/>
                <a:cs typeface="Times New Roman" panose="02020603050405020304" pitchFamily="18" charset="0"/>
              </a:rPr>
              <a:t>bài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nộp</a:t>
            </a:r>
            <a:r>
              <a:rPr lang="en-US" sz="2800" dirty="0">
                <a:latin typeface="Times New Roman" panose="02020603050405020304" pitchFamily="18" charset="0"/>
                <a:cs typeface="Times New Roman" panose="02020603050405020304" pitchFamily="18" charset="0"/>
              </a:rPr>
              <a:t>. </a:t>
            </a:r>
          </a:p>
          <a:p>
            <a:pPr>
              <a:lnSpc>
                <a:spcPct val="150000"/>
              </a:lnSpc>
            </a:pPr>
            <a:r>
              <a:rPr lang="en-US" sz="2800" dirty="0" err="1">
                <a:latin typeface="Times New Roman" panose="02020603050405020304" pitchFamily="18" charset="0"/>
                <a:cs typeface="Times New Roman" panose="02020603050405020304" pitchFamily="18" charset="0"/>
              </a:rPr>
              <a:t>Định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dạng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nộp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Lưu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theo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định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dạng</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.pdf, .doc, .pptx</a:t>
            </a:r>
            <a:endParaRPr lang="en-US" sz="28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2201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ECA22-0CEA-4EE2-A4D0-63380D6CB730}"/>
              </a:ext>
            </a:extLst>
          </p:cNvPr>
          <p:cNvSpPr>
            <a:spLocks noGrp="1"/>
          </p:cNvSpPr>
          <p:nvPr>
            <p:ph type="title"/>
          </p:nvPr>
        </p:nvSpPr>
        <p:spPr>
          <a:xfrm>
            <a:off x="1706336" y="365013"/>
            <a:ext cx="9525000" cy="830262"/>
          </a:xfrm>
        </p:spPr>
        <p:txBody>
          <a:bodyPr/>
          <a:lstStyle/>
          <a:p>
            <a:pPr algn="ctr"/>
            <a:r>
              <a:rPr lang="en-US" b="1" dirty="0">
                <a:latin typeface="Times New Roman" panose="02020603050405020304" pitchFamily="18" charset="0"/>
                <a:cs typeface="Times New Roman" panose="02020603050405020304" pitchFamily="18" charset="0"/>
              </a:rPr>
              <a:t>1. KẾ HOẠCH THỰC HÀNH BIẾT </a:t>
            </a:r>
            <a:r>
              <a:rPr lang="vi-VN" b="1" dirty="0">
                <a:latin typeface="Times New Roman" panose="02020603050405020304" pitchFamily="18" charset="0"/>
                <a:cs typeface="Times New Roman" panose="02020603050405020304" pitchFamily="18" charset="0"/>
              </a:rPr>
              <a:t>Ơ</a:t>
            </a:r>
            <a:r>
              <a:rPr lang="en-US" b="1" dirty="0">
                <a:latin typeface="Times New Roman" panose="02020603050405020304" pitchFamily="18" charset="0"/>
                <a:cs typeface="Times New Roman" panose="02020603050405020304" pitchFamily="18" charset="0"/>
              </a:rPr>
              <a:t>N</a:t>
            </a:r>
          </a:p>
        </p:txBody>
      </p:sp>
      <p:sp>
        <p:nvSpPr>
          <p:cNvPr id="3" name="Content Placeholder 2">
            <a:extLst>
              <a:ext uri="{FF2B5EF4-FFF2-40B4-BE49-F238E27FC236}">
                <a16:creationId xmlns:a16="http://schemas.microsoft.com/office/drawing/2014/main" id="{32934E5F-50A2-48FD-86F2-574D92167440}"/>
              </a:ext>
            </a:extLst>
          </p:cNvPr>
          <p:cNvSpPr>
            <a:spLocks noGrp="1"/>
          </p:cNvSpPr>
          <p:nvPr>
            <p:ph idx="1"/>
          </p:nvPr>
        </p:nvSpPr>
        <p:spPr>
          <a:xfrm>
            <a:off x="454132" y="1448311"/>
            <a:ext cx="11298055" cy="4908041"/>
          </a:xfrm>
        </p:spPr>
        <p:txBody>
          <a:bodyPr>
            <a:normAutofit/>
          </a:bodyPr>
          <a:lstStyle/>
          <a:p>
            <a:pPr marL="0" indent="0" algn="just">
              <a:buNone/>
            </a:pPr>
            <a:r>
              <a:rPr lang="en-US" sz="2800" i="1" dirty="0" err="1">
                <a:latin typeface="Times New Roman" panose="02020603050405020304" pitchFamily="18" charset="0"/>
                <a:cs typeface="Times New Roman" panose="02020603050405020304" pitchFamily="18" charset="0"/>
              </a:rPr>
              <a:t>Lập</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bảng</a:t>
            </a:r>
            <a:r>
              <a:rPr lang="en-US" sz="2800" i="1" dirty="0">
                <a:latin typeface="Times New Roman" panose="02020603050405020304" pitchFamily="18" charset="0"/>
                <a:cs typeface="Times New Roman" panose="02020603050405020304" pitchFamily="18" charset="0"/>
              </a:rPr>
              <a:t> 21 </a:t>
            </a:r>
            <a:r>
              <a:rPr lang="en-US" sz="2800" i="1" dirty="0" err="1">
                <a:latin typeface="Times New Roman" panose="02020603050405020304" pitchFamily="18" charset="0"/>
                <a:cs typeface="Times New Roman" panose="02020603050405020304" pitchFamily="18" charset="0"/>
              </a:rPr>
              <a:t>ngày</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mỗi</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ngày</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thực</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hiện</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một</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hành</a:t>
            </a:r>
            <a:r>
              <a:rPr lang="en-US" sz="2800" i="1" dirty="0">
                <a:latin typeface="Times New Roman" panose="02020603050405020304" pitchFamily="18" charset="0"/>
                <a:cs typeface="Times New Roman" panose="02020603050405020304" pitchFamily="18" charset="0"/>
              </a:rPr>
              <a:t> vi </a:t>
            </a:r>
            <a:r>
              <a:rPr lang="en-US" sz="2800" i="1" dirty="0" err="1">
                <a:latin typeface="Times New Roman" panose="02020603050405020304" pitchFamily="18" charset="0"/>
                <a:cs typeface="Times New Roman" panose="02020603050405020304" pitchFamily="18" charset="0"/>
              </a:rPr>
              <a:t>biết</a:t>
            </a:r>
            <a:r>
              <a:rPr lang="en-US" sz="2800" i="1" dirty="0">
                <a:latin typeface="Times New Roman" panose="02020603050405020304" pitchFamily="18" charset="0"/>
                <a:cs typeface="Times New Roman" panose="02020603050405020304" pitchFamily="18" charset="0"/>
              </a:rPr>
              <a:t> </a:t>
            </a:r>
            <a:r>
              <a:rPr lang="vi-VN" sz="2800" i="1" dirty="0">
                <a:latin typeface="Times New Roman" panose="02020603050405020304" pitchFamily="18" charset="0"/>
                <a:cs typeface="Times New Roman" panose="02020603050405020304" pitchFamily="18" charset="0"/>
              </a:rPr>
              <a:t>ơ</a:t>
            </a:r>
            <a:r>
              <a:rPr lang="en-US" sz="2800" i="1" dirty="0">
                <a:latin typeface="Times New Roman" panose="02020603050405020304" pitchFamily="18" charset="0"/>
                <a:cs typeface="Times New Roman" panose="02020603050405020304" pitchFamily="18" charset="0"/>
              </a:rPr>
              <a:t>n (</a:t>
            </a:r>
            <a:r>
              <a:rPr lang="en-US" sz="2800" i="1" dirty="0" err="1">
                <a:latin typeface="Times New Roman (Headings)"/>
              </a:rPr>
              <a:t>biết</a:t>
            </a:r>
            <a:r>
              <a:rPr lang="en-US" sz="2800" i="1" dirty="0">
                <a:latin typeface="Times New Roman (Headings)"/>
              </a:rPr>
              <a:t> </a:t>
            </a:r>
            <a:r>
              <a:rPr lang="vi-VN" sz="2800" i="1" dirty="0">
                <a:latin typeface="Times New Roman (Headings)"/>
              </a:rPr>
              <a:t>ơ</a:t>
            </a:r>
            <a:r>
              <a:rPr lang="en-US" sz="2800" i="1" dirty="0">
                <a:latin typeface="Times New Roman (Headings)"/>
              </a:rPr>
              <a:t>n c</a:t>
            </a:r>
            <a:r>
              <a:rPr lang="vi-VN" sz="2800" i="1" dirty="0">
                <a:latin typeface="Times New Roman (Headings)"/>
              </a:rPr>
              <a:t>ơ</a:t>
            </a:r>
            <a:r>
              <a:rPr lang="en-US" sz="2800" i="1" dirty="0">
                <a:latin typeface="Times New Roman (Headings)"/>
              </a:rPr>
              <a:t> </a:t>
            </a:r>
            <a:r>
              <a:rPr lang="en-US" sz="2800" i="1" dirty="0" err="1">
                <a:latin typeface="Times New Roman (Headings)"/>
              </a:rPr>
              <a:t>thể</a:t>
            </a:r>
            <a:r>
              <a:rPr lang="en-US" sz="2800" i="1" dirty="0">
                <a:latin typeface="Times New Roman (Headings)"/>
              </a:rPr>
              <a:t>, </a:t>
            </a:r>
            <a:r>
              <a:rPr lang="en-US" sz="2800" i="1" dirty="0" err="1">
                <a:latin typeface="Times New Roman (Headings)"/>
              </a:rPr>
              <a:t>các</a:t>
            </a:r>
            <a:r>
              <a:rPr lang="en-US" sz="2800" i="1" dirty="0">
                <a:latin typeface="Times New Roman (Headings)"/>
              </a:rPr>
              <a:t> </a:t>
            </a:r>
            <a:r>
              <a:rPr lang="en-US" sz="2800" i="1" dirty="0" err="1">
                <a:latin typeface="Times New Roman (Headings)"/>
              </a:rPr>
              <a:t>giác</a:t>
            </a:r>
            <a:r>
              <a:rPr lang="en-US" sz="2800" i="1" dirty="0">
                <a:latin typeface="Times New Roman (Headings)"/>
              </a:rPr>
              <a:t> </a:t>
            </a:r>
            <a:r>
              <a:rPr lang="en-US" sz="2800" i="1" dirty="0" err="1">
                <a:latin typeface="Times New Roman (Headings)"/>
              </a:rPr>
              <a:t>quan</a:t>
            </a:r>
            <a:r>
              <a:rPr lang="en-US" sz="2800" i="1" dirty="0">
                <a:latin typeface="Times New Roman (Headings)"/>
              </a:rPr>
              <a:t>; </a:t>
            </a:r>
            <a:r>
              <a:rPr lang="en-US" sz="2800" i="1" dirty="0" err="1">
                <a:latin typeface="Times New Roman (Headings)"/>
              </a:rPr>
              <a:t>biết</a:t>
            </a:r>
            <a:r>
              <a:rPr lang="en-US" sz="2800" i="1" dirty="0">
                <a:latin typeface="Times New Roman (Headings)"/>
              </a:rPr>
              <a:t> </a:t>
            </a:r>
            <a:r>
              <a:rPr lang="vi-VN" sz="2800" i="1" dirty="0">
                <a:latin typeface="Times New Roman (Headings)"/>
              </a:rPr>
              <a:t>ơ</a:t>
            </a:r>
            <a:r>
              <a:rPr lang="en-US" sz="2800" i="1" dirty="0">
                <a:latin typeface="Times New Roman (Headings)"/>
              </a:rPr>
              <a:t>n ng</a:t>
            </a:r>
            <a:r>
              <a:rPr lang="vi-VN" sz="2800" i="1" dirty="0">
                <a:latin typeface="Times New Roman (Headings)"/>
              </a:rPr>
              <a:t>ư</a:t>
            </a:r>
            <a:r>
              <a:rPr lang="en-US" sz="2800" i="1" dirty="0" err="1">
                <a:latin typeface="Times New Roman (Headings)"/>
              </a:rPr>
              <a:t>ời</a:t>
            </a:r>
            <a:r>
              <a:rPr lang="en-US" sz="2800" i="1" dirty="0">
                <a:latin typeface="Times New Roman (Headings)"/>
              </a:rPr>
              <a:t> </a:t>
            </a:r>
            <a:r>
              <a:rPr lang="en-US" sz="2800" i="1" dirty="0" err="1">
                <a:latin typeface="Times New Roman (Headings)"/>
              </a:rPr>
              <a:t>thân</a:t>
            </a:r>
            <a:r>
              <a:rPr lang="en-US" sz="2800" i="1" dirty="0">
                <a:latin typeface="Times New Roman (Headings)"/>
              </a:rPr>
              <a:t>, </a:t>
            </a:r>
            <a:r>
              <a:rPr lang="en-US" sz="2800" i="1" dirty="0" err="1">
                <a:latin typeface="Times New Roman (Headings)"/>
              </a:rPr>
              <a:t>bạn</a:t>
            </a:r>
            <a:r>
              <a:rPr lang="en-US" sz="2800" i="1" dirty="0">
                <a:latin typeface="Times New Roman (Headings)"/>
              </a:rPr>
              <a:t> </a:t>
            </a:r>
            <a:r>
              <a:rPr lang="en-US" sz="2800" i="1" dirty="0" err="1">
                <a:latin typeface="Times New Roman (Headings)"/>
              </a:rPr>
              <a:t>bè</a:t>
            </a:r>
            <a:r>
              <a:rPr lang="en-US" sz="2800" i="1" dirty="0">
                <a:latin typeface="Times New Roman (Headings)"/>
              </a:rPr>
              <a:t>; </a:t>
            </a:r>
            <a:r>
              <a:rPr lang="en-US" sz="2800" i="1" dirty="0" err="1">
                <a:latin typeface="Times New Roman (Headings)"/>
              </a:rPr>
              <a:t>những</a:t>
            </a:r>
            <a:r>
              <a:rPr lang="en-US" sz="2800" i="1" dirty="0">
                <a:latin typeface="Times New Roman (Headings)"/>
              </a:rPr>
              <a:t> </a:t>
            </a:r>
            <a:r>
              <a:rPr lang="en-US" sz="2800" i="1" dirty="0" err="1">
                <a:latin typeface="Times New Roman (Headings)"/>
              </a:rPr>
              <a:t>điều</a:t>
            </a:r>
            <a:r>
              <a:rPr lang="en-US" sz="2800" i="1" dirty="0">
                <a:latin typeface="Times New Roman (Headings)"/>
              </a:rPr>
              <a:t> </a:t>
            </a:r>
            <a:r>
              <a:rPr lang="en-US" sz="2800" i="1" dirty="0" err="1">
                <a:latin typeface="Times New Roman (Headings)"/>
              </a:rPr>
              <a:t>tốt</a:t>
            </a:r>
            <a:r>
              <a:rPr lang="en-US" sz="2800" i="1" dirty="0">
                <a:latin typeface="Times New Roman (Headings)"/>
              </a:rPr>
              <a:t> </a:t>
            </a:r>
            <a:r>
              <a:rPr lang="en-US" sz="2800" i="1" dirty="0" err="1">
                <a:latin typeface="Times New Roman (Headings)"/>
              </a:rPr>
              <a:t>đẹp</a:t>
            </a:r>
            <a:r>
              <a:rPr lang="en-US" sz="2800" i="1" dirty="0">
                <a:latin typeface="Times New Roman (Headings)"/>
              </a:rPr>
              <a:t> </a:t>
            </a:r>
            <a:r>
              <a:rPr lang="en-US" sz="2800" i="1" dirty="0" err="1">
                <a:latin typeface="Times New Roman (Headings)"/>
              </a:rPr>
              <a:t>khác</a:t>
            </a:r>
            <a:r>
              <a:rPr lang="vi-VN" sz="2800" i="1" dirty="0">
                <a:latin typeface="Times New Roman (Headings)"/>
              </a:rPr>
              <a:t> …)</a:t>
            </a:r>
            <a:endParaRPr lang="en-US" sz="2800" i="1" dirty="0">
              <a:latin typeface="Times New Roman" panose="02020603050405020304" pitchFamily="18" charset="0"/>
              <a:cs typeface="Times New Roman" panose="02020603050405020304" pitchFamily="18" charset="0"/>
            </a:endParaRPr>
          </a:p>
        </p:txBody>
      </p:sp>
      <p:sp>
        <p:nvSpPr>
          <p:cNvPr id="5" name="Footer Placeholder 3">
            <a:extLst>
              <a:ext uri="{FF2B5EF4-FFF2-40B4-BE49-F238E27FC236}">
                <a16:creationId xmlns:a16="http://schemas.microsoft.com/office/drawing/2014/main" id="{C614D241-2441-4D9D-9CE0-DE36B40B5B6F}"/>
              </a:ext>
            </a:extLst>
          </p:cNvPr>
          <p:cNvSpPr>
            <a:spLocks noGrp="1"/>
          </p:cNvSpPr>
          <p:nvPr>
            <p:ph type="ftr" sz="quarter" idx="11"/>
          </p:nvPr>
        </p:nvSpPr>
        <p:spPr>
          <a:xfrm>
            <a:off x="4038600" y="6356350"/>
            <a:ext cx="4114800" cy="365125"/>
          </a:xfrm>
        </p:spPr>
        <p:txBody>
          <a:bodyPr/>
          <a:lstStyle/>
          <a:p>
            <a:r>
              <a:rPr lang="en-US" sz="1200" dirty="0" err="1"/>
              <a:t>Thái</a:t>
            </a:r>
            <a:r>
              <a:rPr lang="en-US" sz="1200" dirty="0"/>
              <a:t> </a:t>
            </a:r>
            <a:r>
              <a:rPr lang="en-US" sz="1200" dirty="0" err="1"/>
              <a:t>độ</a:t>
            </a:r>
            <a:r>
              <a:rPr lang="en-US" sz="1200" dirty="0"/>
              <a:t> </a:t>
            </a:r>
            <a:r>
              <a:rPr lang="en-US" sz="1200" dirty="0" err="1"/>
              <a:t>sống</a:t>
            </a:r>
            <a:r>
              <a:rPr lang="en-US" sz="1200" dirty="0"/>
              <a:t> 2</a:t>
            </a:r>
          </a:p>
        </p:txBody>
      </p:sp>
      <p:graphicFrame>
        <p:nvGraphicFramePr>
          <p:cNvPr id="4" name="Table 5">
            <a:extLst>
              <a:ext uri="{FF2B5EF4-FFF2-40B4-BE49-F238E27FC236}">
                <a16:creationId xmlns:a16="http://schemas.microsoft.com/office/drawing/2014/main" id="{9EA0E6B9-B101-48DE-A275-BA310756DE4B}"/>
              </a:ext>
            </a:extLst>
          </p:cNvPr>
          <p:cNvGraphicFramePr>
            <a:graphicFrameLocks noGrp="1"/>
          </p:cNvGraphicFramePr>
          <p:nvPr>
            <p:extLst>
              <p:ext uri="{D42A27DB-BD31-4B8C-83A1-F6EECF244321}">
                <p14:modId xmlns:p14="http://schemas.microsoft.com/office/powerpoint/2010/main" val="3960512975"/>
              </p:ext>
            </p:extLst>
          </p:nvPr>
        </p:nvGraphicFramePr>
        <p:xfrm>
          <a:off x="689583" y="2789810"/>
          <a:ext cx="10915513" cy="3197509"/>
        </p:xfrm>
        <a:graphic>
          <a:graphicData uri="http://schemas.openxmlformats.org/drawingml/2006/table">
            <a:tbl>
              <a:tblPr firstRow="1" bandRow="1">
                <a:tableStyleId>{5C22544A-7EE6-4342-B048-85BDC9FD1C3A}</a:tableStyleId>
              </a:tblPr>
              <a:tblGrid>
                <a:gridCol w="1559359">
                  <a:extLst>
                    <a:ext uri="{9D8B030D-6E8A-4147-A177-3AD203B41FA5}">
                      <a16:colId xmlns:a16="http://schemas.microsoft.com/office/drawing/2014/main" val="1689152922"/>
                    </a:ext>
                  </a:extLst>
                </a:gridCol>
                <a:gridCol w="1559359">
                  <a:extLst>
                    <a:ext uri="{9D8B030D-6E8A-4147-A177-3AD203B41FA5}">
                      <a16:colId xmlns:a16="http://schemas.microsoft.com/office/drawing/2014/main" val="1905745811"/>
                    </a:ext>
                  </a:extLst>
                </a:gridCol>
                <a:gridCol w="1559359">
                  <a:extLst>
                    <a:ext uri="{9D8B030D-6E8A-4147-A177-3AD203B41FA5}">
                      <a16:colId xmlns:a16="http://schemas.microsoft.com/office/drawing/2014/main" val="2809313562"/>
                    </a:ext>
                  </a:extLst>
                </a:gridCol>
                <a:gridCol w="1559359">
                  <a:extLst>
                    <a:ext uri="{9D8B030D-6E8A-4147-A177-3AD203B41FA5}">
                      <a16:colId xmlns:a16="http://schemas.microsoft.com/office/drawing/2014/main" val="895408510"/>
                    </a:ext>
                  </a:extLst>
                </a:gridCol>
                <a:gridCol w="1559359">
                  <a:extLst>
                    <a:ext uri="{9D8B030D-6E8A-4147-A177-3AD203B41FA5}">
                      <a16:colId xmlns:a16="http://schemas.microsoft.com/office/drawing/2014/main" val="2969451630"/>
                    </a:ext>
                  </a:extLst>
                </a:gridCol>
                <a:gridCol w="1559359">
                  <a:extLst>
                    <a:ext uri="{9D8B030D-6E8A-4147-A177-3AD203B41FA5}">
                      <a16:colId xmlns:a16="http://schemas.microsoft.com/office/drawing/2014/main" val="1470261873"/>
                    </a:ext>
                  </a:extLst>
                </a:gridCol>
                <a:gridCol w="1559359">
                  <a:extLst>
                    <a:ext uri="{9D8B030D-6E8A-4147-A177-3AD203B41FA5}">
                      <a16:colId xmlns:a16="http://schemas.microsoft.com/office/drawing/2014/main" val="774149250"/>
                    </a:ext>
                  </a:extLst>
                </a:gridCol>
              </a:tblGrid>
              <a:tr h="957229">
                <a:tc>
                  <a:txBody>
                    <a:bodyPr/>
                    <a:lstStyle/>
                    <a:p>
                      <a:r>
                        <a:rPr lang="en-US" sz="1400"/>
                        <a:t>Ngày 1: Biết ơn bố mẹ.</a:t>
                      </a:r>
                      <a:endParaRPr lang="vi-VN" sz="1400"/>
                    </a:p>
                  </a:txBody>
                  <a:tcPr/>
                </a:tc>
                <a:tc>
                  <a:txBody>
                    <a:bodyPr/>
                    <a:lstStyle/>
                    <a:p>
                      <a:r>
                        <a:rPr lang="en-US"/>
                        <a:t>Ngày 2: Biết ơn cơ thể khỏe mạnh.</a:t>
                      </a:r>
                      <a:endParaRPr lang="vi-VN"/>
                    </a:p>
                  </a:txBody>
                  <a:tcPr/>
                </a:tc>
                <a:tc>
                  <a:txBody>
                    <a:bodyPr/>
                    <a:lstStyle/>
                    <a:p>
                      <a:r>
                        <a:rPr lang="en-US"/>
                        <a:t>Ngày 3: Biết ơn các bậc thầy cô.</a:t>
                      </a:r>
                      <a:endParaRPr lang="vi-VN"/>
                    </a:p>
                  </a:txBody>
                  <a:tcPr/>
                </a:tc>
                <a:tc>
                  <a:txBody>
                    <a:bodyPr/>
                    <a:lstStyle/>
                    <a:p>
                      <a:r>
                        <a:rPr lang="en-US"/>
                        <a:t>Ngày 4: Biết ơn những người bạn cũ.</a:t>
                      </a:r>
                      <a:endParaRPr lang="vi-VN"/>
                    </a:p>
                  </a:txBody>
                  <a:tcPr/>
                </a:tc>
                <a:tc>
                  <a:txBody>
                    <a:bodyPr/>
                    <a:lstStyle/>
                    <a:p>
                      <a:r>
                        <a:rPr lang="en-US"/>
                        <a:t>Ngày  5: Thực hiện những mục tiêu được đề ra.</a:t>
                      </a:r>
                      <a:endParaRPr lang="vi-VN"/>
                    </a:p>
                  </a:txBody>
                  <a:tcPr/>
                </a:tc>
                <a:tc>
                  <a:txBody>
                    <a:bodyPr/>
                    <a:lstStyle/>
                    <a:p>
                      <a:r>
                        <a:rPr lang="en-US"/>
                        <a:t>Ngày 6: Biết ơn giấc ngủ.</a:t>
                      </a:r>
                      <a:endParaRPr lang="vi-VN"/>
                    </a:p>
                  </a:txBody>
                  <a:tcPr/>
                </a:tc>
                <a:tc>
                  <a:txBody>
                    <a:bodyPr/>
                    <a:lstStyle/>
                    <a:p>
                      <a:r>
                        <a:rPr lang="en-US"/>
                        <a:t>Ngày 7: Biết ơn sự phổ biến của tri thức – sách.</a:t>
                      </a:r>
                      <a:endParaRPr lang="vi-VN"/>
                    </a:p>
                  </a:txBody>
                  <a:tcPr/>
                </a:tc>
                <a:extLst>
                  <a:ext uri="{0D108BD9-81ED-4DB2-BD59-A6C34878D82A}">
                    <a16:rowId xmlns:a16="http://schemas.microsoft.com/office/drawing/2014/main" val="76279884"/>
                  </a:ext>
                </a:extLst>
              </a:tr>
              <a:tr h="957229">
                <a:tc>
                  <a:txBody>
                    <a:bodyPr/>
                    <a:lstStyle/>
                    <a:p>
                      <a:r>
                        <a:rPr lang="en-US"/>
                        <a:t>Ngày 8: Biết ơn về cơ thể và sự rèn luyện cơ thể – ăn kiên.</a:t>
                      </a:r>
                      <a:endParaRPr lang="vi-VN"/>
                    </a:p>
                  </a:txBody>
                  <a:tcPr/>
                </a:tc>
                <a:tc>
                  <a:txBody>
                    <a:bodyPr/>
                    <a:lstStyle/>
                    <a:p>
                      <a:r>
                        <a:rPr lang="en-US"/>
                        <a:t>Ngày 9: Biết ơn thành phố nơi mình sống.</a:t>
                      </a:r>
                      <a:endParaRPr lang="vi-VN"/>
                    </a:p>
                  </a:txBody>
                  <a:tcPr/>
                </a:tc>
                <a:tc>
                  <a:txBody>
                    <a:bodyPr/>
                    <a:lstStyle/>
                    <a:p>
                      <a:r>
                        <a:rPr lang="en-US"/>
                        <a:t>Ngày 10: Biết ơn những vẻ đẹp ẩn giấu của mỗi người.</a:t>
                      </a:r>
                      <a:endParaRPr lang="vi-VN"/>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Ngày 11: Biết ơn những điều nhỏ nhặt trong cuộc sống. </a:t>
                      </a:r>
                      <a:endParaRPr lang="vi-VN"/>
                    </a:p>
                    <a:p>
                      <a:endParaRPr lang="vi-VN"/>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Ngày 12: Tìm ra những điểm mạnh của bản thân và cải tiến chúng.</a:t>
                      </a:r>
                      <a:endParaRPr lang="vi-VN"/>
                    </a:p>
                    <a:p>
                      <a:endParaRPr lang="vi-VN"/>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Ngày 13: Biết ơn sự hữu ích của công nghệ hiện đại.</a:t>
                      </a:r>
                      <a:endParaRPr lang="vi-VN"/>
                    </a:p>
                    <a:p>
                      <a:endParaRPr lang="vi-VN"/>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Ngày 14: Biết ơn người đã giúp đỡ mình.</a:t>
                      </a:r>
                      <a:endParaRPr lang="vi-VN"/>
                    </a:p>
                    <a:p>
                      <a:endParaRPr lang="vi-VN"/>
                    </a:p>
                  </a:txBody>
                  <a:tcPr/>
                </a:tc>
                <a:extLst>
                  <a:ext uri="{0D108BD9-81ED-4DB2-BD59-A6C34878D82A}">
                    <a16:rowId xmlns:a16="http://schemas.microsoft.com/office/drawing/2014/main" val="967936504"/>
                  </a:ext>
                </a:extLst>
              </a:tr>
              <a:tr h="9572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Ngày 15: Biết ơn sự chăm chỉ của bản thân trong việc trau dồi kiến thức.</a:t>
                      </a:r>
                      <a:endParaRPr lang="vi-VN"/>
                    </a:p>
                    <a:p>
                      <a:endParaRPr lang="vi-VN"/>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Ngày 16: Biết ơn thời gian vì đã chưa lấy đi mọi thứ.</a:t>
                      </a:r>
                      <a:endParaRPr lang="vi-VN"/>
                    </a:p>
                    <a:p>
                      <a:endParaRPr lang="vi-VN"/>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Ngày 17: Tham gia hoạt động tình nguyện xã hội.</a:t>
                      </a:r>
                      <a:endParaRPr lang="vi-VN"/>
                    </a:p>
                    <a:p>
                      <a:endParaRPr lang="vi-VN"/>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Ngày 18: Biết ơn sự cố gắng của bản thân qua một bữa “tự thưởng”.</a:t>
                      </a:r>
                      <a:endParaRPr lang="vi-VN"/>
                    </a:p>
                    <a:p>
                      <a:endParaRPr lang="vi-VN"/>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Ngày 19: Giúp đỡ một người bạn trong lúc khó khăn.</a:t>
                      </a:r>
                      <a:endParaRPr lang="vi-VN"/>
                    </a:p>
                    <a:p>
                      <a:endParaRPr lang="vi-VN"/>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Ngày 20: Biết ơn những người cống hiến vì tổ quốc.</a:t>
                      </a:r>
                      <a:endParaRPr lang="vi-VN"/>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Ngày 21:: Vận dụng những thứ đã học được.</a:t>
                      </a:r>
                      <a:endParaRPr lang="vi-VN"/>
                    </a:p>
                  </a:txBody>
                  <a:tcPr/>
                </a:tc>
                <a:extLst>
                  <a:ext uri="{0D108BD9-81ED-4DB2-BD59-A6C34878D82A}">
                    <a16:rowId xmlns:a16="http://schemas.microsoft.com/office/drawing/2014/main" val="1581960782"/>
                  </a:ext>
                </a:extLst>
              </a:tr>
            </a:tbl>
          </a:graphicData>
        </a:graphic>
      </p:graphicFrame>
    </p:spTree>
    <p:extLst>
      <p:ext uri="{BB962C8B-B14F-4D97-AF65-F5344CB8AC3E}">
        <p14:creationId xmlns:p14="http://schemas.microsoft.com/office/powerpoint/2010/main" val="1617527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1 </a:t>
            </a:r>
            <a:r>
              <a:rPr lang="en-US" sz="2400" b="1">
                <a:solidFill>
                  <a:schemeClr val="accent1">
                    <a:lumMod val="75000"/>
                  </a:schemeClr>
                </a:solidFill>
                <a:latin typeface="Times New Roman" panose="02020603050405020304" pitchFamily="18" charset="0"/>
                <a:cs typeface="Times New Roman" panose="02020603050405020304" pitchFamily="18" charset="0"/>
              </a:rPr>
              <a:t>(Ngày 17 tháng 7 năm 2024)</a:t>
            </a:r>
            <a:endParaRPr lang="en-US" sz="2400" b="1" dirty="0">
              <a:solidFill>
                <a:schemeClr val="accent1">
                  <a:lumMod val="75000"/>
                </a:schemeClr>
              </a:solidFill>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Mô</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mình quyết định thể hiện lòng biết ơn với bố và mẹ của mình, vì công nuôi dưỡng và sinh thành mà mình mới có được như ngày hôm nay. Mình quyết định dùng ngày nghỉ cuối tuần của mình để về quê và phụ giúp bố mẹ buôn bán, cũng như là dọn dẹp.</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khi thực hiện hành vi, mình khá là “chán”, chán với cuộc sống hiện tại, và cả bản thân mình nữa, nhưng sau 1 khoảng thời gian suy ngẫm mình đã quyết định thực hiện hành vi trên và nó đã thay đổi mình hoàn toàn, dù chỉ trong 1 khoản khắc cùng với 1 hành động đơn giản là phụ giúp bố mẹ mình đã biết quý trọng cuộc sống hơn.</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B8542514-AE0F-454B-AAF4-47B03877B1F0}"/>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4175354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a:solidFill>
                  <a:schemeClr val="accent1">
                    <a:lumMod val="75000"/>
                  </a:schemeClr>
                </a:solidFill>
                <a:latin typeface="Times New Roman" panose="02020603050405020304" pitchFamily="18" charset="0"/>
                <a:cs typeface="Times New Roman" panose="02020603050405020304" pitchFamily="18" charset="0"/>
              </a:rPr>
              <a:t>Ngày 2 (Ngày 18 tháng 7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Theo kế hoạch thì lẽ ra ngày hôm nay mình sẽ thể hiện lòng biết ơn với các bậc thầy cô đã dạy dỗ mình những năm tháng ở trường cấp 3, nhưng vì công việc của ba mẹ mình bận rộn hơn mọi ngày nên mình đã ở lại phụ giúp, và sau một ngày mệt mỏi mình quyết định sẽ ăn uống thật no, và ngủ thật sớm để thể hiện lòng biết ơn đối với cơ thể khỏe mạnh của bản thân.</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err="1">
                <a:solidFill>
                  <a:srgbClr val="FF0000"/>
                </a:solidFill>
                <a:latin typeface="Times New Roman" panose="02020603050405020304" pitchFamily="18" charset="0"/>
                <a:cs typeface="Times New Roman" panose="02020603050405020304" pitchFamily="18" charset="0"/>
              </a:rPr>
              <a:t>hành</a:t>
            </a:r>
            <a:r>
              <a:rPr lang="en-US" sz="2000" b="1" i="1">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khi thực hiện hành vi thì mình chưa từng để ý về sự may mắn khi có một cơ thể khỏe mạnh, phải đến khi thấy những hoàn cảnh khó khăn hơn thì mình mới biết quý trọng, và thật sự khi mình lần đầu tiên chăm sóc bản thân thì sự mệt mõi, ê chề của bản thân đã ít đi.</a:t>
            </a:r>
          </a:p>
          <a:p>
            <a:r>
              <a:rPr lang="en-US" sz="2000" b="1" i="1">
                <a:solidFill>
                  <a:srgbClr val="FF0000"/>
                </a:solidFill>
                <a:latin typeface="Times New Roman" panose="02020603050405020304" pitchFamily="18" charset="0"/>
                <a:cs typeface="Times New Roman" panose="02020603050405020304" pitchFamily="18" charset="0"/>
              </a:rPr>
              <a:t>Hình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E6982B1C-F0A5-4801-AE75-07C490E87045}"/>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194003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3 (Ngày 19 tháng 7 năm 2024)</a:t>
            </a:r>
            <a:endParaRPr lang="en-US" sz="2400" b="1" dirty="0">
              <a:solidFill>
                <a:schemeClr val="accent1">
                  <a:lumMod val="75000"/>
                </a:schemeClr>
              </a:solidFill>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Mô</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mình đã thăm các thầy cô đã dạy mình tại trường cấp 2, và trường cấp 3. Mình thể hiện sự tôn trọng, và biết ơn những người đã chỉ bảo mình suốt thời gian qua cùng với một vài bạn học. </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Trong lúc thăm và nói chuyện với các thầy cô, mình đã cảm nhận được hơi ấm, và cả sự quyết tâm, để trở nên tốt hơn. Mình rất biết ơn các thầy cô vì những trải nghiệm của ngày hôm qua, những bài học quan trọng.</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55198D8C-3893-41FA-96A1-39530D3FB243}"/>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1167369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4 (Ngày 20 tháng 7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là ngày cuối cùng mình còn tại quê mình trước khi lên lại thành phố để làm việc, nên mình đã ra ngoài và gặp những người bạn thời thơ ấu, cũng như là thể hiện lòng biết ơn của bản thân qua việc mời họ đi chơi. Có thể là vì nỗi nhớ, mong ước trở vè những ngày đơn giản hơn, hoặc đơn giản là vì niềm vui khi nhìn thấy những người bạn thân.</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Suy nghĩ, cảm xúc tr</a:t>
            </a:r>
            <a:r>
              <a:rPr lang="vi-VN" sz="2000" b="1" i="1">
                <a:solidFill>
                  <a:srgbClr val="FF0000"/>
                </a:solidFill>
                <a:latin typeface="Times New Roman" panose="02020603050405020304" pitchFamily="18" charset="0"/>
                <a:cs typeface="Times New Roman" panose="02020603050405020304" pitchFamily="18" charset="0"/>
              </a:rPr>
              <a:t>ư</a:t>
            </a:r>
            <a:r>
              <a:rPr lang="en-US" sz="2000" b="1" i="1">
                <a:solidFill>
                  <a:srgbClr val="FF0000"/>
                </a:solidFill>
                <a:latin typeface="Times New Roman" panose="02020603050405020304" pitchFamily="18" charset="0"/>
                <a:cs typeface="Times New Roman" panose="02020603050405020304" pitchFamily="18" charset="0"/>
              </a:rPr>
              <a:t>ớc và sau khi thực hiện hành vi</a:t>
            </a:r>
            <a:endParaRPr lang="en-US" sz="200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đó, mình chưa từng nghĩ những người bạn ấy lại có thể quan trọng như vậy, nên mình chưa từng thể hiện một tí sự biết ơn hay gì cả. Sau một khoảng thời gian dài mới được tụ họp, thì mình đã nhận ra giá trị và việc ta trân trọng, biết ơn những thứ nhỏ nhặt, cũng như những người bạn thân thiết.</a:t>
            </a:r>
          </a:p>
          <a:p>
            <a:r>
              <a:rPr lang="en-US" sz="2000" b="1" i="1">
                <a:solidFill>
                  <a:srgbClr val="FF0000"/>
                </a:solidFill>
                <a:latin typeface="Times New Roman" panose="02020603050405020304" pitchFamily="18" charset="0"/>
                <a:cs typeface="Times New Roman" panose="02020603050405020304" pitchFamily="18" charset="0"/>
              </a:rPr>
              <a:t>Hình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B2846FAB-3244-41DA-A3EE-8D33836BFBF0}"/>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2425999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5 (Ngày 21 tháng 7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Sau chuyến về quê vừa rồi, mình nhận ra rất nhiều thứ và ngày hôm nay, mình đã viết ra những kế hoạch và kì vọng tương lai để có thể thực hiện hóa chúng, và ngay sau đó, bắt tay vào làm ngay những bước nhỏ ban đầu.</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khi mình viết những kế hoạch sắp đến, thì sự lo lắng, mơ hồ về tương lai kéo dài triền miên, nhưng mình mừng vì đã có cảm giác ấy, vì nếu như cứ vô cảm như lúc trước thì sẽ mãi không tiến lên được mất. Sau khi thực hiện thì mình có hơi thất vọng vì quá trình khá dài, nhưng phải có làm thì mới thay đổi được. </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A27D7255-3759-49A6-8E52-E1E820C5C1CF}"/>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513360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6 (Ngày 22 tháng 7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Tối hôm qua mình để ý một vấn đề: mình lúc nào cũng lướt điện thoại đến 1 giờ sáng mới đi ngủ, và như vậy rất có hại mặc dù trước đó đã biết là không nên như vậy. Sau một khoảng thời gian suy nghĩ thì mình cho là do việc mình lướt điện thoại, và vì thế hôm nay mình quyết định sẽ tắt điện thoại và các thiết bị có khả năng ảnh hưởng đến việc ngủ.</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đó, mình bị khá là khó khăn trong việc đi ngủ sớm được, sau khi thực hiện thì có vẻ chưa có nhiều thay đổi lắm, nhưng đây cũng là một bước nhỏ.</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1D3F5644-C074-4E52-B8F1-A8F8ECCF7982}"/>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1209328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7 (Ngày 23 tháng 7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Đã một tuần kể từ mình bắt đầu thực hiện bài tập này. Hôm nay mình đã đến thư viện của trường đại học để có thể đọc một cuốn sách và nhân tiện thực hành biết ơn sự phổ biến của tri thức.  Mình khá thích đọc sách và mình nghĩ việc đọc sách, viết review và chia sẻ cho người thân là một cách hay để thể hiện lòng biết ơn ấy.</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Mình đã cảm thấy thật hạnh phúc khi biết được những đánh giá của mình đã giúp sức một số tựa sách nhỏ đạt đến nhiều người hơn, cũng như là lan truyền được tri thức đến mọi người. </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Hình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D33DEDB2-D814-4DD7-B302-9949DCD680A4}"/>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1288751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a:solidFill>
                  <a:schemeClr val="accent1">
                    <a:lumMod val="75000"/>
                  </a:schemeClr>
                </a:solidFill>
                <a:latin typeface="Times New Roman" panose="02020603050405020304" pitchFamily="18" charset="0"/>
                <a:cs typeface="Times New Roman" panose="02020603050405020304" pitchFamily="18" charset="0"/>
              </a:rPr>
              <a:t>Ngày 8 (Ngày 24 tháng 7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mình đã thực hiện cuộc cải cách dinh dưỡng lên bản thân, từ ngày hôm nay về sau, mình sẽ chỉ ăn những thực phẩm được cho là tốt cho cơ thể, tăng đạm hạn chế mỡ, tuy rằng sẽ không còn niềm vui khi ăn vặt nữa nhưng phải kiên thì người mới đẹp được.</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đó, mình cứ nghĩ mấy người ăn kiên, tập vì cơ thể kì lạ, nhịn thế không đáng. Điều đó có thể đúng khi bản thân mình còn nhỏ, mình ăn nhiều để hạn chế stress giữa những kì thi, nhưng bây giờ thì để thực hiện được ước mơ thì mình đã ăn kiên. Hóa ra nó không “đau khổ” như mình nghĩ, và làm thế này có lợi ích rất lớn.</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52DEF31D-4D84-48AE-81F5-B04ABDADE6DD}"/>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2622567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9 (Ngày 25 tháng 7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mình đã thử một thứ khá mới: đi bộ khác tuyến đường thường ngày. Việc này tuy rằng là bình thường với nhiều người nhưng với mình thì đây là lần đầu mình nghĩ đến nó, vì suy nghĩ “cứ đi đường này đi đường kia làm gì”?. Mình đã sai, trên đường đi ngày hôm nay đã có rất nhiều thứ tuyệt đẹp xuất hiện: một hàng hoa trải dài giữa lòng thành phố, và khí hậu trong lành. Mình quyết định sẽ thể hiện lòng biết ơn của mình với trải nghiệm này bằng cách chia sẻ nó với những người thân. Kết quả là một số người chưa biết đã bắt đầu sử dụng con đường này thường xuyên hơn.</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đó, mình cứ đi những con đường vừa kẹt vừa chật, chỉ vì nó “nhanh” hơn. Sau trải nghiệm vừa qua mình đã thu được sự hứng thú khi tìm được một thứ gì đó mới lạ để giúp cuộc sống trở nên tốt hơn.</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Hình ảnh/ minh chứng thực hiện hành vi (nếu có)</a:t>
            </a:r>
            <a:endParaRPr lang="en-US" sz="2000" b="1" i="1" dirty="0">
              <a:solidFill>
                <a:srgbClr val="FF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025FD4B-9F7D-4591-ABC0-90BC022EE756}"/>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448865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a:solidFill>
                  <a:schemeClr val="accent1">
                    <a:lumMod val="75000"/>
                  </a:schemeClr>
                </a:solidFill>
                <a:latin typeface="Times New Roman" panose="02020603050405020304" pitchFamily="18" charset="0"/>
                <a:cs typeface="Times New Roman" panose="02020603050405020304" pitchFamily="18" charset="0"/>
              </a:rPr>
              <a:t>Ngày 10 (Ngày 26 tháng 7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Hôm nay tại chỗ làm, mình đã để ý một bạn đồng nghiệp tuy vẻ ngoài khó gần nhưng thật chất là một người rất tốt bụng, bạn ấy là một người rất tử tế nhưng bị điểm trừ là bề ngoài lu mờ đi. Mình đã lưu tâm điều này, và cảm ơn biết ơn cuộc sống vì đã cho phép mình gặp những con người thú vị như vậy.</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đó, mình là một người khá “dễ đoán”. Mình phán xét mọi thứ qua góc nhìn thiển cận, nhìn tướng đoán người mà không xét về những mặt khác như là hoàn cảnh, tính cách… Sau trải nghiệm đó mình đã biết để mà tâm lý hơn, nhìn nhận mọi thứ từ nhiều mặt.</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623D31D1-F6C8-4D87-B79F-305108F8E967}"/>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231484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11 (Ngày 27 tháng 7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là một ngày tồi tệ. Sáng, mình bị trễ làm vì báo thức không kêu, trên đường thì vì còn đang hơi “buồn ngủ” mình xém gây tai nạn làm ảnh hưởng đến người khác, đến chỗ làm thì mọi thứ cứ rối lên, hiệu quả làm việc không đạt mong đợi và đã ảnh hưởng đến các đồng nghiệp khác. Lúc về nhà thì mệt mỏi, nhưng, mình vẫn tích cực nhìn vào những điều tốt. Đúng là mình đã trì truệ gây ảnh hưởng đến công việc, nhưng nhờ đó mà mọi người có dịp nói chuyện với nhau, những chuyện vui cũng đã xảy ra. Vậy nên cho dù mọi thứ có tồi tệ đến đâu thì mình vẫn sẽ tập trung vào những thứ tốt đẹp.</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khi thực hiện thử sự biết ơn này, mình là một người khá là tiêu cực, chỉ để ý mỗi những chuyện xấu kể cả nhỏ nhặt đến đâu nữa mà mặc kệ những thứ tốt đẹp đã và đang xảy ra, gây ra không ít những sự tiếc nuối trong quá khứ. Sau hôm nay mình đã trở nên tích cực và hạnh phúc hơn.</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A1DF6CF5-83D3-404C-8715-B8510CD4A3AD}"/>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3663596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12 (Ngày 28 tháng 7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mình đã thử phát triển bản thân. Mình đã chọn điểm mà mình coi là “mạnh” nhất của bản thân để sử dụng và nâng cao nó. Điểm đó là sự kiên trì. Mình có thể chịu đựng sự khó khăn để liên tục làm một cái gì đó rất tốt. Để có thể phát triển nó thì mình sẽ áp dụng nó thường xuyên hơn vào nhiều việc đơn giản: kiên trì hạn chế ăn ngoài và tự nấu để tiết kiệm hơn,…</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Mình cảm giác như bản thân có thể làm mọi thứ, và rằng nhiều thứ trước đây được bản thân cho là không thể đã gần với tầm với của mình hơn, mình rất vui, và rất biết ơn vì mình đã thực sự dành thời gian để phát triển bản thân.</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3735CAED-3412-40E3-A051-C752D03D3CBC}"/>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1947820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13 (Ngày 29 tháng 7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mình đã dành 1 khoảng thời gian để nghiên cứu các phần mềm để tăng năng suất công việc, mình đã tìm thấy khá nhiều và chúng rất hữu dụng, tuy rằng một số là loại tính phí. Nhưng vì những phần mềm này mà từ nay mình làm việc chắc chắn sẽ hiệu quả hơn. Mình rất biết ơn các nhà phát triển phần mềm này, vì vậy mình đã chia sẽ cho các đồng nghiệp của mình về nó.</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Sau khi nghiên cứu thì mình làm việc đã hiệu quả hơn, nó khiến mình rất là vui vì trước đó mình là đứa chậm chạp nhất chỗ làm.</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AC7D9D7C-9185-48A6-B5A8-4572B6D4D466}"/>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1755468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14 (Ngày 30 tháng 7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Hôm nay không có quá nhiều thứ xảy ra, tuy nhiên mình cũng đã thể hiện lòng biết hơn của bản thân với bạn nữ mình tình cờ gặp trên trường qua một lần trễ học. Nhờ có bạn ấy nhặt giúp chiếc thẻ xe, ngày hôm đó mình không phải đóng phạt và về muộn. Hôm nay tình cờ gặp lại được mình chạy lại đến và mời bạn ly nước để cảm ơn. Tuy bạn ấy không nhớ nhưng việc mình thể hiện lòng biết ơn đã khiến mình cảm thấy tốt hơn.</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ngày hôm nay, mỗi lần mình nhìn thấy bạn ấy thì cảm xúc của mình bứt rứt, rất khó chịu vì mình chưa thể hiện lòng thành với người đã giúp mình lúc khó khăn. Sau ngày hôm nay mình đã cảm thấy nhẹ nhõm, như là hoàn thành một thứ gì đó lớn vậy.</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D4573262-675D-45B3-A5C6-C993AB60408C}"/>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3360829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15 (Ngày 31 tháng 7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mình đã dành cả ngày để trau dồi kiến thức chuyên ngành cho bản thân. Mình rất biết ơn nỗ lực của bản thân trong quá khứ, nhờ đó mới có được ngày hôm nay, nhưng sự nỗ lực này cần phải được tiếp tục, vì vậy mình đã dành cả ngày học tập những thứ từ sách.</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Tr</a:t>
            </a:r>
            <a:r>
              <a:rPr lang="vi-VN" sz="2000" dirty="0">
                <a:latin typeface="Times New Roman" panose="02020603050405020304" pitchFamily="18" charset="0"/>
                <a:cs typeface="Times New Roman" panose="02020603050405020304" pitchFamily="18" charset="0"/>
              </a:rPr>
              <a:t>ư</a:t>
            </a:r>
            <a:r>
              <a:rPr lang="en-US" sz="2000" dirty="0" err="1">
                <a:latin typeface="Times New Roman" panose="02020603050405020304" pitchFamily="18" charset="0"/>
                <a:cs typeface="Times New Roman" panose="02020603050405020304" pitchFamily="18" charset="0"/>
              </a:rPr>
              <a:t>ớc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thực</a:t>
            </a:r>
            <a:r>
              <a:rPr lang="en-US" sz="2000" dirty="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hiện</a:t>
            </a:r>
            <a:r>
              <a:rPr lang="en-US" sz="2000">
                <a:latin typeface="Times New Roman" panose="02020603050405020304" pitchFamily="18" charset="0"/>
                <a:cs typeface="Times New Roman" panose="02020603050405020304" pitchFamily="18" charset="0"/>
              </a:rPr>
              <a:t> hành vi thì cuộc sống của mình hiện tại khá là chán, mình mãi học theo tiến độ chậm chạp mà không có gì nổi bật cả, nhờ vào việc tự học thêm tại nhà, cuộc sống của mình khá là vui.</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Hình ảnh/ minh chứng thực hiện hành vi (nếu có)</a:t>
            </a:r>
            <a:endParaRPr lang="en-US" sz="2000" b="1" i="1" dirty="0">
              <a:solidFill>
                <a:srgbClr val="FF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4755479-05BB-432C-9306-7D1EF5665E90}"/>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1559244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16 (Ngày 1 tháng 8 năm 2024)</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mình đã liên lạc lại với đám bạn cũ thời cấp 2 của mình. Mình cứ nghĩ là thời gian sẽ khiến cho mọi người quên và không thể nói chuyện với nhau, nhưng may làm sao, mọi người chẳng thay đổi gì cả, vẫn cứ tươi cười đùa vui như ngày xưa vậy.</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giờ, các bạn học thời cấp 2 là có nhiều kí ức tuyệt vời nhất, nhưng mình nghĩ là sẽ mãi không được như xưa nữa và rằng nỗ lực nối lại tình bạn là một ảo tưởng của một đứa sinh viên như mình. Mình rất biết ơn, vì dù bao lâu và bao xa, mọi người vẫn là bạn, là anh em một nhà.</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6FB83472-1EE9-4798-85E8-E5021CBEC8F2}"/>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1070557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17 (Ngày 2 tháng 8 năm 2024) </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tả hành vi </a:t>
            </a:r>
            <a:endParaRPr lang="en-US" sz="200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mình quyết định sẽ thể hiện lòng biết ơn của mình với nơi mình sống bằng cách tham gia hoạt động tình nguyện mà nhà trường tổ chức để hỗ trợ phát đồ chơi cho các em nhỏ tại quận 7. </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Khi thực hiện hành động này, mình cảm thấy rất vui vì cuối cùng mình đang góp phần khiến cho nơi mình sống tốt đẹp hơn. Trước đó mình khá áy náy vì buộc phải từ chối các hoạt động vì lý do công việc, nhưng ngày hôm nay mình cuối cùng cũng đã có thể, và sẽ rất nhiều trong tương lai.</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Hình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44DA6233-5E87-4510-85DE-4D7C7032478D}"/>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2136055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a:solidFill>
                  <a:schemeClr val="accent1">
                    <a:lumMod val="75000"/>
                  </a:schemeClr>
                </a:solidFill>
                <a:latin typeface="Times New Roman" panose="02020603050405020304" pitchFamily="18" charset="0"/>
                <a:cs typeface="Times New Roman" panose="02020603050405020304" pitchFamily="18" charset="0"/>
              </a:rPr>
              <a:t>Ngày 18 (Ngày 3 tháng 8 năm 2024) </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mình quyết định tự thưởng một bữa ăn lớn cho bản thân vì nỗ lực ăn kiên khá thành công. Mình rất trân trọng cơ thể, và thỉnh thoảng thì cũng phải nuông chiều về cả mặt tinh thần nữa. </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đó, mình khi kiên đã khá là mỏi mệt, nhưng mình đã đợi, đợi khi nào lên cơ và giảm được nhiều mỡ, rồi mình mới có thể có được phần thưởng. Sau ngày hôm nay, mình rất vui vì mình được ăn những thứ mình thích, trong khi cơ thể khỏe mạnh và đẹp hơn trước.</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7C61C622-1602-44B4-ACB9-CAB2076792F6}"/>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3803493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19 (Ngày 4 tháng 8 năm 2024) </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mình đã giúp một người bạn học của mình cài đặt một phần mềm để có thể học theo giáo trình của trường. Mình rất vui khi thấy bạn đã có thể tự cài nhiều loại phần mềm trên máy, và biết ơn bậc cha mẹ của mình, các thầy cô, đã dạy dỗ mình trở thành một người thích giúp đỡ người khác.</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Trong lúc cả lớp đang rối loạn, không ai dừng lại để giúp bạn ấy, thì mình đã đến và giúp. Mình nhận được lời cảm ơn của bạn ấy và đồng thời là sự hạnh phúc khi giúp được một ai đó. Mình nghĩ là mình thích cảm giác này và sẽ tiếp tục làm nó trong tương lai.</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51CF7886-C401-4381-89CE-40EB828E2285}"/>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2704452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20 (Ngày 5 tháng 8 năm 2024) </a:t>
            </a:r>
          </a:p>
          <a:p>
            <a:pPr marL="0" indent="0">
              <a:buNone/>
            </a:pPr>
            <a:r>
              <a:rPr lang="en-US" sz="2000" b="1" i="1">
                <a:solidFill>
                  <a:srgbClr val="FF0000"/>
                </a:solidFill>
                <a:latin typeface="Times New Roman" panose="02020603050405020304" pitchFamily="18" charset="0"/>
                <a:cs typeface="Times New Roman" panose="02020603050405020304" pitchFamily="18" charset="0"/>
              </a:rPr>
              <a:t>Mô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vào khoảng 19h30, trên đường đi học về thì mình thấy một anh dân quân tự vệ đang đi tuần, bảo vệ sự bình yên của mọi người nơi đây mà không đòi hỏi gì nhiều, anh ấy thường xyên giúp người quanh khu vực đó với công việc của họ, vì vậy ngày hôm nay mình đã đi đến anh ấy, thể hiện sự biết ơn với những nỗ lực của anh.</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đó, mình đã có một lần lạc đường, và chính anh đó là người đã đứng ra giúp mình. Mình rất áy náy vì đã không hỏi tên và cảm ơn anh ngay tại đó, nên sau hôm nay, mình rất vui khi đã thể hiện được lòng biết ơn của mình.</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C4348B25-4D14-44F4-836A-36AAA016C31A}"/>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3475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02" y="358932"/>
            <a:ext cx="9525000" cy="830262"/>
          </a:xfrm>
        </p:spPr>
        <p:txBody>
          <a:bodyPr>
            <a:normAutofit/>
          </a:bodyPr>
          <a:lstStyle/>
          <a:p>
            <a:pPr algn="ctr"/>
            <a:r>
              <a:rPr lang="en-US" sz="2800" b="1" dirty="0">
                <a:latin typeface="Times New Roman" panose="02020603050405020304" pitchFamily="18" charset="0"/>
                <a:cs typeface="Times New Roman" panose="02020603050405020304" pitchFamily="18" charset="0"/>
              </a:rPr>
              <a:t>2. KẾT QUẢ THỰC HIỆN</a:t>
            </a:r>
          </a:p>
        </p:txBody>
      </p:sp>
      <p:sp>
        <p:nvSpPr>
          <p:cNvPr id="3" name="Content Placeholder 2"/>
          <p:cNvSpPr>
            <a:spLocks noGrp="1"/>
          </p:cNvSpPr>
          <p:nvPr>
            <p:ph idx="1"/>
          </p:nvPr>
        </p:nvSpPr>
        <p:spPr/>
        <p:txBody>
          <a:bodyPr>
            <a:noAutofit/>
          </a:bodyPr>
          <a:lstStyle/>
          <a:p>
            <a:pPr marL="0" indent="0">
              <a:buNone/>
            </a:pPr>
            <a:r>
              <a:rPr lang="en-US" sz="2400" b="1" dirty="0" err="1">
                <a:solidFill>
                  <a:schemeClr val="accent1">
                    <a:lumMod val="75000"/>
                  </a:schemeClr>
                </a:solidFill>
                <a:latin typeface="Times New Roman" panose="02020603050405020304" pitchFamily="18" charset="0"/>
                <a:cs typeface="Times New Roman" panose="02020603050405020304" pitchFamily="18" charset="0"/>
              </a:rPr>
              <a:t>Ngày</a:t>
            </a: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21 (Ngày 6 tháng 8 năm 2024) </a:t>
            </a:r>
            <a:endParaRPr lang="en-US" sz="2400" b="1" dirty="0">
              <a:solidFill>
                <a:schemeClr val="accent1">
                  <a:lumMod val="75000"/>
                </a:schemeClr>
              </a:solidFill>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Mô</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tả</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Ngày hôm nay, mình sẽ thử vận dụng lại một số kiến thức mà mình đã đọc từ cuốn sách vào công việc của mình. Mình rất biết ơn những tác giả vì đã khiến mình hiểu ra nhiều điều hơn về công việc của mình.</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Suy</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nghĩ</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cảm</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xúc</a:t>
            </a:r>
            <a:r>
              <a:rPr lang="en-US" sz="2000" b="1" i="1" dirty="0">
                <a:solidFill>
                  <a:srgbClr val="FF0000"/>
                </a:solidFill>
                <a:latin typeface="Times New Roman" panose="02020603050405020304" pitchFamily="18" charset="0"/>
                <a:cs typeface="Times New Roman" panose="02020603050405020304" pitchFamily="18" charset="0"/>
              </a:rPr>
              <a:t> tr</a:t>
            </a:r>
            <a:r>
              <a:rPr lang="vi-VN" sz="2000" b="1" i="1" dirty="0">
                <a:solidFill>
                  <a:srgbClr val="FF0000"/>
                </a:solidFill>
                <a:latin typeface="Times New Roman" panose="02020603050405020304" pitchFamily="18" charset="0"/>
                <a:cs typeface="Times New Roman" panose="02020603050405020304" pitchFamily="18" charset="0"/>
              </a:rPr>
              <a:t>ư</a:t>
            </a:r>
            <a:r>
              <a:rPr lang="en-US" sz="2000" b="1" i="1" dirty="0" err="1">
                <a:solidFill>
                  <a:srgbClr val="FF0000"/>
                </a:solidFill>
                <a:latin typeface="Times New Roman" panose="02020603050405020304" pitchFamily="18" charset="0"/>
                <a:cs typeface="Times New Roman" panose="02020603050405020304" pitchFamily="18" charset="0"/>
              </a:rPr>
              <a:t>ớc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và</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sau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khi</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Trước đó, chuyên ngành của mình có rất nhiều chỗ mà mình vẫn chưa hiểu sâu, và mọi thứ thật khó hiểu. Sau ngày hôm nay thì một số chỗ đấy đã bớt đi, và mình ngày càng trở nên tốt hơn với những môn học.</a:t>
            </a:r>
            <a:endParaRPr lang="en-US" sz="2000" dirty="0">
              <a:latin typeface="Times New Roman" panose="02020603050405020304" pitchFamily="18" charset="0"/>
              <a:cs typeface="Times New Roman" panose="02020603050405020304" pitchFamily="18" charset="0"/>
            </a:endParaRPr>
          </a:p>
          <a:p>
            <a:pPr marL="0" indent="0">
              <a:buNone/>
            </a:pPr>
            <a:r>
              <a:rPr lang="en-US" sz="2000" b="1" i="1" dirty="0" err="1">
                <a:solidFill>
                  <a:srgbClr val="FF0000"/>
                </a:solidFill>
                <a:latin typeface="Times New Roman" panose="02020603050405020304" pitchFamily="18" charset="0"/>
                <a:cs typeface="Times New Roman" panose="02020603050405020304" pitchFamily="18" charset="0"/>
              </a:rPr>
              <a:t>Hình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ảnh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minh</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chứng</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thực</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hiện</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hành</a:t>
            </a:r>
            <a:r>
              <a:rPr lang="en-US" sz="2000" b="1" i="1" dirty="0">
                <a:solidFill>
                  <a:srgbClr val="FF0000"/>
                </a:solidFill>
                <a:latin typeface="Times New Roman" panose="02020603050405020304" pitchFamily="18" charset="0"/>
                <a:cs typeface="Times New Roman" panose="02020603050405020304" pitchFamily="18" charset="0"/>
              </a:rPr>
              <a:t> vi (</a:t>
            </a:r>
            <a:r>
              <a:rPr lang="en-US" sz="2000" b="1" i="1" dirty="0" err="1">
                <a:solidFill>
                  <a:srgbClr val="FF0000"/>
                </a:solidFill>
                <a:latin typeface="Times New Roman" panose="02020603050405020304" pitchFamily="18" charset="0"/>
                <a:cs typeface="Times New Roman" panose="02020603050405020304" pitchFamily="18" charset="0"/>
              </a:rPr>
              <a:t>nếu</a:t>
            </a:r>
            <a:r>
              <a:rPr lang="en-US" sz="2000" b="1" i="1" dirty="0">
                <a:solidFill>
                  <a:srgbClr val="FF0000"/>
                </a:solidFill>
                <a:latin typeface="Times New Roman" panose="02020603050405020304" pitchFamily="18" charset="0"/>
                <a:cs typeface="Times New Roman" panose="02020603050405020304" pitchFamily="18" charset="0"/>
              </a:rPr>
              <a:t> </a:t>
            </a:r>
            <a:r>
              <a:rPr lang="en-US" sz="2000" b="1" i="1" dirty="0" err="1">
                <a:solidFill>
                  <a:srgbClr val="FF0000"/>
                </a:solidFill>
                <a:latin typeface="Times New Roman" panose="02020603050405020304" pitchFamily="18" charset="0"/>
                <a:cs typeface="Times New Roman" panose="02020603050405020304" pitchFamily="18" charset="0"/>
              </a:rPr>
              <a:t>có</a:t>
            </a:r>
            <a:r>
              <a:rPr lang="en-US" sz="2000" b="1" i="1" dirty="0">
                <a:solidFill>
                  <a:srgbClr val="FF0000"/>
                </a:solidFill>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F750DC9C-45EC-4245-93E4-A8C8054D0EC8}"/>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Tree>
    <p:extLst>
      <p:ext uri="{BB962C8B-B14F-4D97-AF65-F5344CB8AC3E}">
        <p14:creationId xmlns:p14="http://schemas.microsoft.com/office/powerpoint/2010/main" val="433525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êu đề 1">
            <a:extLst>
              <a:ext uri="{FF2B5EF4-FFF2-40B4-BE49-F238E27FC236}">
                <a16:creationId xmlns:a16="http://schemas.microsoft.com/office/drawing/2014/main" id="{20C74855-CAC5-4C3D-A214-FA824341587C}"/>
              </a:ext>
            </a:extLst>
          </p:cNvPr>
          <p:cNvSpPr>
            <a:spLocks noGrp="1"/>
          </p:cNvSpPr>
          <p:nvPr>
            <p:ph type="title"/>
          </p:nvPr>
        </p:nvSpPr>
        <p:spPr>
          <a:xfrm>
            <a:off x="1798867" y="345421"/>
            <a:ext cx="8965790" cy="830262"/>
          </a:xfrm>
        </p:spPr>
        <p:txBody>
          <a:bodyPr>
            <a:normAutofit/>
          </a:bodyPr>
          <a:lstStyle/>
          <a:p>
            <a:pPr algn="ctr"/>
            <a:r>
              <a:rPr lang="en-US" sz="3200" b="1" dirty="0">
                <a:latin typeface="Times New Roman" charset="0"/>
                <a:ea typeface="Times New Roman" charset="0"/>
                <a:cs typeface="Times New Roman" charset="0"/>
              </a:rPr>
              <a:t>3. </a:t>
            </a:r>
            <a:r>
              <a:rPr lang="en-US" sz="3200" b="1" dirty="0" err="1">
                <a:latin typeface="Times New Roman" charset="0"/>
                <a:ea typeface="Times New Roman" charset="0"/>
                <a:cs typeface="Times New Roman" charset="0"/>
              </a:rPr>
              <a:t>Đánh</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giá</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kết</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quả</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thực</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hành</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chung</a:t>
            </a:r>
            <a:r>
              <a:rPr lang="en-US" sz="3200" b="1" dirty="0">
                <a:latin typeface="Times New Roman" charset="0"/>
                <a:ea typeface="Times New Roman" charset="0"/>
                <a:cs typeface="Times New Roman" charset="0"/>
              </a:rPr>
              <a:t> </a:t>
            </a:r>
          </a:p>
        </p:txBody>
      </p:sp>
      <p:sp>
        <p:nvSpPr>
          <p:cNvPr id="3" name="Rectangle 2"/>
          <p:cNvSpPr/>
          <p:nvPr/>
        </p:nvSpPr>
        <p:spPr>
          <a:xfrm>
            <a:off x="403332" y="1454863"/>
            <a:ext cx="6019597" cy="461665"/>
          </a:xfrm>
          <a:prstGeom prst="rect">
            <a:avLst/>
          </a:prstGeom>
        </p:spPr>
        <p:txBody>
          <a:bodyPr wrap="none">
            <a:spAutoFit/>
          </a:bodyPr>
          <a:lstStyle/>
          <a:p>
            <a:r>
              <a:rPr lang="en-US" sz="2400" dirty="0">
                <a:solidFill>
                  <a:srgbClr val="0070C0"/>
                </a:solidFill>
                <a:latin typeface="Times New Roman" panose="02020603050405020304" pitchFamily="18" charset="0"/>
                <a:cs typeface="Times New Roman" panose="02020603050405020304" pitchFamily="18" charset="0"/>
              </a:rPr>
              <a:t>3.1. </a:t>
            </a:r>
            <a:r>
              <a:rPr lang="en-US" sz="2400" dirty="0" err="1">
                <a:solidFill>
                  <a:srgbClr val="0070C0"/>
                </a:solidFill>
                <a:latin typeface="Times New Roman" panose="02020603050405020304" pitchFamily="18" charset="0"/>
                <a:cs typeface="Times New Roman" panose="02020603050405020304" pitchFamily="18" charset="0"/>
              </a:rPr>
              <a:t>Những</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thuận</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lợi</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trong</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quá</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trình</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thực</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hành</a:t>
            </a:r>
            <a:endParaRPr lang="en-US" sz="2400" dirty="0">
              <a:solidFill>
                <a:srgbClr val="0070C0"/>
              </a:solidFill>
              <a:latin typeface="Times New Roman" panose="02020603050405020304" pitchFamily="18" charset="0"/>
              <a:cs typeface="Times New Roman" panose="02020603050405020304" pitchFamily="18" charset="0"/>
            </a:endParaRPr>
          </a:p>
        </p:txBody>
      </p:sp>
      <p:sp>
        <p:nvSpPr>
          <p:cNvPr id="7" name="Footer Placeholder 3">
            <a:extLst>
              <a:ext uri="{FF2B5EF4-FFF2-40B4-BE49-F238E27FC236}">
                <a16:creationId xmlns:a16="http://schemas.microsoft.com/office/drawing/2014/main" id="{B1C78EFD-449F-4516-A9FC-EE6C0E0E1E2B}"/>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
        <p:nvSpPr>
          <p:cNvPr id="6" name="TextBox 5">
            <a:extLst>
              <a:ext uri="{FF2B5EF4-FFF2-40B4-BE49-F238E27FC236}">
                <a16:creationId xmlns:a16="http://schemas.microsoft.com/office/drawing/2014/main" id="{246B5546-31C2-4DA0-9762-DA01D54E987A}"/>
              </a:ext>
            </a:extLst>
          </p:cNvPr>
          <p:cNvSpPr txBox="1"/>
          <p:nvPr/>
        </p:nvSpPr>
        <p:spPr>
          <a:xfrm>
            <a:off x="607978" y="2079806"/>
            <a:ext cx="11104124" cy="646331"/>
          </a:xfrm>
          <a:prstGeom prst="rect">
            <a:avLst/>
          </a:prstGeom>
          <a:noFill/>
        </p:spPr>
        <p:txBody>
          <a:bodyPr wrap="square">
            <a:spAutoFit/>
          </a:bodyPr>
          <a:lstStyle/>
          <a:p>
            <a:r>
              <a:rPr lang="en-US">
                <a:latin typeface="Times New Roman" panose="02020603050405020304" pitchFamily="18" charset="0"/>
                <a:cs typeface="Times New Roman" panose="02020603050405020304" pitchFamily="18" charset="0"/>
              </a:rPr>
              <a:t>Ngày đầu tiên của bài tập cũng là lúc mình về quê, nên được tiếp xúc với bố mẹ và những người thân, nên những bước đầu trong việc thể hiện sự biết ơn của bản thân dễ dàng hơn.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1121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êu đề 1">
            <a:extLst>
              <a:ext uri="{FF2B5EF4-FFF2-40B4-BE49-F238E27FC236}">
                <a16:creationId xmlns:a16="http://schemas.microsoft.com/office/drawing/2014/main" id="{20C74855-CAC5-4C3D-A214-FA824341587C}"/>
              </a:ext>
            </a:extLst>
          </p:cNvPr>
          <p:cNvSpPr>
            <a:spLocks noGrp="1"/>
          </p:cNvSpPr>
          <p:nvPr>
            <p:ph type="title"/>
          </p:nvPr>
        </p:nvSpPr>
        <p:spPr>
          <a:xfrm>
            <a:off x="2388010" y="308600"/>
            <a:ext cx="8965790" cy="830262"/>
          </a:xfrm>
        </p:spPr>
        <p:txBody>
          <a:bodyPr>
            <a:normAutofit/>
          </a:bodyPr>
          <a:lstStyle/>
          <a:p>
            <a:pPr algn="ctr"/>
            <a:r>
              <a:rPr lang="en-US" sz="3200" b="1" dirty="0">
                <a:latin typeface="Times New Roman" charset="0"/>
                <a:ea typeface="Times New Roman" charset="0"/>
                <a:cs typeface="Times New Roman" charset="0"/>
              </a:rPr>
              <a:t>3. </a:t>
            </a:r>
            <a:r>
              <a:rPr lang="en-US" sz="3200" b="1" dirty="0" err="1">
                <a:latin typeface="Times New Roman" charset="0"/>
                <a:ea typeface="Times New Roman" charset="0"/>
                <a:cs typeface="Times New Roman" charset="0"/>
              </a:rPr>
              <a:t>Đánh</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giá</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kết</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quả</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thực</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hành</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chung</a:t>
            </a:r>
            <a:r>
              <a:rPr lang="en-US" sz="3200" b="1" dirty="0">
                <a:latin typeface="Times New Roman" charset="0"/>
                <a:ea typeface="Times New Roman" charset="0"/>
                <a:cs typeface="Times New Roman" charset="0"/>
              </a:rPr>
              <a:t> </a:t>
            </a:r>
          </a:p>
        </p:txBody>
      </p:sp>
      <p:sp>
        <p:nvSpPr>
          <p:cNvPr id="3" name="Rectangle 2"/>
          <p:cNvSpPr/>
          <p:nvPr/>
        </p:nvSpPr>
        <p:spPr>
          <a:xfrm>
            <a:off x="641819" y="1446699"/>
            <a:ext cx="5985934" cy="461665"/>
          </a:xfrm>
          <a:prstGeom prst="rect">
            <a:avLst/>
          </a:prstGeom>
        </p:spPr>
        <p:txBody>
          <a:bodyPr wrap="none">
            <a:spAutoFit/>
          </a:bodyPr>
          <a:lstStyle/>
          <a:p>
            <a:r>
              <a:rPr lang="en-US" sz="2400">
                <a:solidFill>
                  <a:srgbClr val="0070C0"/>
                </a:solidFill>
                <a:latin typeface="Times New Roman" panose="02020603050405020304" pitchFamily="18" charset="0"/>
                <a:cs typeface="Times New Roman" panose="02020603050405020304" pitchFamily="18" charset="0"/>
              </a:rPr>
              <a:t>3.2. Những khó khăn trong quá trình thực hành</a:t>
            </a:r>
            <a:endParaRPr lang="en-US" sz="2400" dirty="0">
              <a:solidFill>
                <a:srgbClr val="0070C0"/>
              </a:solidFill>
              <a:latin typeface="Times New Roman" panose="02020603050405020304" pitchFamily="18" charset="0"/>
              <a:cs typeface="Times New Roman" panose="02020603050405020304" pitchFamily="18" charset="0"/>
            </a:endParaRPr>
          </a:p>
        </p:txBody>
      </p:sp>
      <p:sp>
        <p:nvSpPr>
          <p:cNvPr id="6" name="Footer Placeholder 3">
            <a:extLst>
              <a:ext uri="{FF2B5EF4-FFF2-40B4-BE49-F238E27FC236}">
                <a16:creationId xmlns:a16="http://schemas.microsoft.com/office/drawing/2014/main" id="{FC895AA7-6C25-40ED-8B71-A378AAA691FC}"/>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
        <p:nvSpPr>
          <p:cNvPr id="7" name="TextBox 6">
            <a:extLst>
              <a:ext uri="{FF2B5EF4-FFF2-40B4-BE49-F238E27FC236}">
                <a16:creationId xmlns:a16="http://schemas.microsoft.com/office/drawing/2014/main" id="{9D8E9C5B-AEE6-46DD-A62F-5196B67A7B99}"/>
              </a:ext>
            </a:extLst>
          </p:cNvPr>
          <p:cNvSpPr txBox="1"/>
          <p:nvPr/>
        </p:nvSpPr>
        <p:spPr>
          <a:xfrm>
            <a:off x="988978" y="1947112"/>
            <a:ext cx="10364821" cy="646331"/>
          </a:xfrm>
          <a:prstGeom prst="rect">
            <a:avLst/>
          </a:prstGeom>
          <a:noFill/>
        </p:spPr>
        <p:txBody>
          <a:bodyPr wrap="square">
            <a:spAutoFit/>
          </a:bodyPr>
          <a:lstStyle/>
          <a:p>
            <a:r>
              <a:rPr lang="en-US" sz="1800">
                <a:latin typeface="Times New Roman" panose="02020603050405020304" pitchFamily="18" charset="0"/>
                <a:cs typeface="Times New Roman" panose="02020603050405020304" pitchFamily="18" charset="0"/>
              </a:rPr>
              <a:t>Mình cảm thấy khá khó để mà tiếp tục được việc rèn luyện mỗi ngày, vì cuộc sống khá xô bồ dễ làm mình quên đi sự vui vẻ xung quanh, và cũng khó để mà để ý cảm giác biết ơn.</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34205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êu đề 1">
            <a:extLst>
              <a:ext uri="{FF2B5EF4-FFF2-40B4-BE49-F238E27FC236}">
                <a16:creationId xmlns:a16="http://schemas.microsoft.com/office/drawing/2014/main" id="{20C74855-CAC5-4C3D-A214-FA824341587C}"/>
              </a:ext>
            </a:extLst>
          </p:cNvPr>
          <p:cNvSpPr>
            <a:spLocks noGrp="1"/>
          </p:cNvSpPr>
          <p:nvPr>
            <p:ph type="title"/>
          </p:nvPr>
        </p:nvSpPr>
        <p:spPr>
          <a:xfrm>
            <a:off x="2388010" y="308600"/>
            <a:ext cx="8965790" cy="830262"/>
          </a:xfrm>
        </p:spPr>
        <p:txBody>
          <a:bodyPr>
            <a:normAutofit/>
          </a:bodyPr>
          <a:lstStyle/>
          <a:p>
            <a:pPr algn="ctr"/>
            <a:r>
              <a:rPr lang="en-US" sz="3200" b="1" dirty="0">
                <a:latin typeface="Times New Roman" charset="0"/>
                <a:ea typeface="Times New Roman" charset="0"/>
                <a:cs typeface="Times New Roman" charset="0"/>
              </a:rPr>
              <a:t>3. </a:t>
            </a:r>
            <a:r>
              <a:rPr lang="en-US" sz="3200" b="1" dirty="0" err="1">
                <a:latin typeface="Times New Roman" charset="0"/>
                <a:ea typeface="Times New Roman" charset="0"/>
                <a:cs typeface="Times New Roman" charset="0"/>
              </a:rPr>
              <a:t>Đánh</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giá</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kết</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quả</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thực</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hành</a:t>
            </a:r>
            <a:r>
              <a:rPr lang="en-US" sz="3200" b="1" dirty="0">
                <a:latin typeface="Times New Roman" charset="0"/>
                <a:ea typeface="Times New Roman" charset="0"/>
                <a:cs typeface="Times New Roman" charset="0"/>
              </a:rPr>
              <a:t> </a:t>
            </a:r>
            <a:r>
              <a:rPr lang="en-US" sz="3200" b="1" dirty="0" err="1">
                <a:latin typeface="Times New Roman" charset="0"/>
                <a:ea typeface="Times New Roman" charset="0"/>
                <a:cs typeface="Times New Roman" charset="0"/>
              </a:rPr>
              <a:t>chung</a:t>
            </a:r>
            <a:r>
              <a:rPr lang="en-US" sz="3200" b="1" dirty="0">
                <a:latin typeface="Times New Roman" charset="0"/>
                <a:ea typeface="Times New Roman" charset="0"/>
                <a:cs typeface="Times New Roman" charset="0"/>
              </a:rPr>
              <a:t> </a:t>
            </a:r>
          </a:p>
        </p:txBody>
      </p:sp>
      <p:sp>
        <p:nvSpPr>
          <p:cNvPr id="3" name="Rectangle 2"/>
          <p:cNvSpPr/>
          <p:nvPr/>
        </p:nvSpPr>
        <p:spPr>
          <a:xfrm>
            <a:off x="454132" y="1454863"/>
            <a:ext cx="11463753" cy="461665"/>
          </a:xfrm>
          <a:prstGeom prst="rect">
            <a:avLst/>
          </a:prstGeom>
        </p:spPr>
        <p:txBody>
          <a:bodyPr wrap="square">
            <a:spAutoFit/>
          </a:bodyPr>
          <a:lstStyle/>
          <a:p>
            <a:r>
              <a:rPr lang="en-US" sz="2400" dirty="0">
                <a:solidFill>
                  <a:srgbClr val="0070C0"/>
                </a:solidFill>
                <a:latin typeface="Times New Roman" panose="02020603050405020304" pitchFamily="18" charset="0"/>
                <a:cs typeface="Times New Roman" panose="02020603050405020304" pitchFamily="18" charset="0"/>
              </a:rPr>
              <a:t>3.3. </a:t>
            </a:r>
            <a:r>
              <a:rPr lang="en-US" sz="2400" dirty="0" err="1">
                <a:solidFill>
                  <a:srgbClr val="0070C0"/>
                </a:solidFill>
                <a:latin typeface="Times New Roman" panose="02020603050405020304" pitchFamily="18" charset="0"/>
                <a:cs typeface="Times New Roman" panose="02020603050405020304" pitchFamily="18" charset="0"/>
              </a:rPr>
              <a:t>Những</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bài</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học</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rút</a:t>
            </a:r>
            <a:r>
              <a:rPr lang="en-US" sz="2400" dirty="0">
                <a:solidFill>
                  <a:srgbClr val="0070C0"/>
                </a:solidFill>
                <a:latin typeface="Times New Roman" panose="02020603050405020304" pitchFamily="18" charset="0"/>
                <a:cs typeface="Times New Roman" panose="02020603050405020304" pitchFamily="18" charset="0"/>
              </a:rPr>
              <a:t> ra </a:t>
            </a:r>
            <a:r>
              <a:rPr lang="en-US" sz="2400" dirty="0" err="1">
                <a:solidFill>
                  <a:srgbClr val="0070C0"/>
                </a:solidFill>
                <a:latin typeface="Times New Roman" panose="02020603050405020304" pitchFamily="18" charset="0"/>
                <a:cs typeface="Times New Roman" panose="02020603050405020304" pitchFamily="18" charset="0"/>
              </a:rPr>
              <a:t>được</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sau</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khi</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thực</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hành</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và</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định</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hướng</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rèn</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luyện</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trong</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tương</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lai</a:t>
            </a:r>
            <a:r>
              <a:rPr lang="en-US" sz="2400" dirty="0">
                <a:solidFill>
                  <a:srgbClr val="0070C0"/>
                </a:solidFill>
                <a:latin typeface="Times New Roman" panose="02020603050405020304" pitchFamily="18" charset="0"/>
                <a:cs typeface="Times New Roman" panose="02020603050405020304" pitchFamily="18" charset="0"/>
              </a:rPr>
              <a:t> </a:t>
            </a:r>
          </a:p>
        </p:txBody>
      </p:sp>
      <p:sp>
        <p:nvSpPr>
          <p:cNvPr id="6" name="Footer Placeholder 3">
            <a:extLst>
              <a:ext uri="{FF2B5EF4-FFF2-40B4-BE49-F238E27FC236}">
                <a16:creationId xmlns:a16="http://schemas.microsoft.com/office/drawing/2014/main" id="{BD376202-96BF-4E11-AF72-BEF5810745B5}"/>
              </a:ext>
            </a:extLst>
          </p:cNvPr>
          <p:cNvSpPr>
            <a:spLocks noGrp="1"/>
          </p:cNvSpPr>
          <p:nvPr>
            <p:ph type="ftr" sz="quarter" idx="11"/>
          </p:nvPr>
        </p:nvSpPr>
        <p:spPr>
          <a:xfrm>
            <a:off x="4038600" y="6356350"/>
            <a:ext cx="4114800" cy="365125"/>
          </a:xfrm>
        </p:spPr>
        <p:txBody>
          <a:bodyPr/>
          <a:lstStyle/>
          <a:p>
            <a:r>
              <a:rPr lang="en-US" dirty="0" err="1"/>
              <a:t>Thái</a:t>
            </a:r>
            <a:r>
              <a:rPr lang="en-US" dirty="0"/>
              <a:t> </a:t>
            </a:r>
            <a:r>
              <a:rPr lang="en-US" dirty="0" err="1"/>
              <a:t>độ</a:t>
            </a:r>
            <a:r>
              <a:rPr lang="en-US" dirty="0"/>
              <a:t> </a:t>
            </a:r>
            <a:r>
              <a:rPr lang="en-US" dirty="0" err="1"/>
              <a:t>sống</a:t>
            </a:r>
            <a:r>
              <a:rPr lang="en-US" dirty="0"/>
              <a:t> 2</a:t>
            </a:r>
          </a:p>
        </p:txBody>
      </p:sp>
      <p:sp>
        <p:nvSpPr>
          <p:cNvPr id="7" name="TextBox 6">
            <a:extLst>
              <a:ext uri="{FF2B5EF4-FFF2-40B4-BE49-F238E27FC236}">
                <a16:creationId xmlns:a16="http://schemas.microsoft.com/office/drawing/2014/main" id="{663B6C85-C4F1-4F64-89BE-D075E7FB87EF}"/>
              </a:ext>
            </a:extLst>
          </p:cNvPr>
          <p:cNvSpPr txBox="1"/>
          <p:nvPr/>
        </p:nvSpPr>
        <p:spPr>
          <a:xfrm>
            <a:off x="666344" y="2089534"/>
            <a:ext cx="10687456" cy="646331"/>
          </a:xfrm>
          <a:prstGeom prst="rect">
            <a:avLst/>
          </a:prstGeom>
          <a:noFill/>
        </p:spPr>
        <p:txBody>
          <a:bodyPr wrap="square">
            <a:spAutoFit/>
          </a:bodyPr>
          <a:lstStyle/>
          <a:p>
            <a:r>
              <a:rPr lang="en-US" sz="1800">
                <a:latin typeface="Times New Roman" panose="02020603050405020304" pitchFamily="18" charset="0"/>
                <a:cs typeface="Times New Roman" panose="02020603050405020304" pitchFamily="18" charset="0"/>
              </a:rPr>
              <a:t>Bài học lớn nhất mình rút ra được là: hãy biết ơn cuộc sống hiện tại của mình, từ những thứ nhỏ nhất đến lớn. Vì không có thứ gì tồn tại mãi, hãy biết ơn, và hãy tận hưởng cuộc sống.</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4792662"/>
      </p:ext>
    </p:extLst>
  </p:cSld>
  <p:clrMapOvr>
    <a:masterClrMapping/>
  </p:clrMapOvr>
</p:sld>
</file>

<file path=ppt/theme/theme1.xml><?xml version="1.0" encoding="utf-8"?>
<a:theme xmlns:a="http://schemas.openxmlformats.org/drawingml/2006/main" name="Chủ đề Office">
  <a:themeElements>
    <a:clrScheme name="Custom 4">
      <a:dk1>
        <a:sysClr val="windowText" lastClr="000000"/>
      </a:dk1>
      <a:lt1>
        <a:sysClr val="window" lastClr="FFFFFF"/>
      </a:lt1>
      <a:dk2>
        <a:srgbClr val="002060"/>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hủ đề Office">
  <a:themeElements>
    <a:clrScheme name="Custom 4">
      <a:dk1>
        <a:sysClr val="windowText" lastClr="000000"/>
      </a:dk1>
      <a:lt1>
        <a:sysClr val="window" lastClr="FFFFFF"/>
      </a:lt1>
      <a:dk2>
        <a:srgbClr val="002060"/>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1297</TotalTime>
  <Words>4862</Words>
  <Application>Microsoft Office PowerPoint</Application>
  <PresentationFormat>Widescreen</PresentationFormat>
  <Paragraphs>236</Paragraphs>
  <Slides>28</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Calibri Light</vt:lpstr>
      <vt:lpstr>Calibri</vt:lpstr>
      <vt:lpstr>Times New Roman (Headings)</vt:lpstr>
      <vt:lpstr>Arial</vt:lpstr>
      <vt:lpstr>Times New Roman</vt:lpstr>
      <vt:lpstr>Chủ đề Office</vt:lpstr>
      <vt:lpstr>1_Chủ đề Office</vt:lpstr>
      <vt:lpstr>TRƯỜNG ĐẠI HỌC TÔN ĐỨC THẮNG PHÒNG CÔNG TÁC HỌC SINH SINH VIÊN</vt:lpstr>
      <vt:lpstr> Yêu cầu về nội dung báo cáo</vt:lpstr>
      <vt:lpstr>PowerPoint Presentation</vt:lpstr>
      <vt:lpstr>1. KẾ HOẠCH THỰC HÀNH BIẾT ƠN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2. KẾT QUẢ THỰC HIỆN</vt:lpstr>
      <vt:lpstr>3. Đánh giá kết quả thực hành chung </vt:lpstr>
      <vt:lpstr>3. Đánh giá kết quả thực hành chung </vt:lpstr>
      <vt:lpstr>3. Đánh giá kết quả thực hành chung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TÔN ĐỨC THẮNG PHÒNG CÔNG TÁC HỌC SINH SINH VIÊN</dc:title>
  <dc:creator>Nguyễn Văn Hiến</dc:creator>
  <cp:lastModifiedBy>hyperded 69</cp:lastModifiedBy>
  <cp:revision>130</cp:revision>
  <dcterms:created xsi:type="dcterms:W3CDTF">2020-06-29T08:27:45Z</dcterms:created>
  <dcterms:modified xsi:type="dcterms:W3CDTF">2024-08-14T17:53:41Z</dcterms:modified>
</cp:coreProperties>
</file>